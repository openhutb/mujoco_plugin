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309" r:id="rId4"/>
  </p:sldIdLst>
  <p:sldSz cx="9144000" cy="5143500" type="screen16x9"/>
  <p:notesSz cx="9144000" cy="5143500"/>
  <p:embeddedFontLst>
    <p:embeddedFont>
      <p:font typeface="Economica" panose="02000506040000020004"/>
      <p:regular r:id="rId9"/>
    </p:embeddedFont>
    <p:embeddedFont>
      <p:font typeface="Open Sans" panose="020B0606030504020204"/>
      <p:regular r:id="rId10"/>
    </p:embeddedFont>
    <p:embeddedFont>
      <p:font typeface="Muli Regular"/>
      <p:regular r:id="rId11"/>
      <p:italic r:id="rId12"/>
    </p:embeddedFont>
    <p:embeddedFont>
      <p:font typeface="微软雅黑" panose="020B0503020204020204" charset="-122"/>
      <p:regular r:id="rId13"/>
    </p:embeddedFont>
    <p:embeddedFont>
      <p:font typeface="等线" panose="02010600030101010101" charset="-122"/>
      <p:regular r:id="rId14"/>
    </p:embeddedFont>
    <p:embeddedFont>
      <p:font typeface="Muli"/>
      <p:regular r:id="rId15"/>
      <p:bold r:id="rId16"/>
      <p: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902" userDrawn="1">
          <p15:clr>
            <a:srgbClr val="A4A3A4"/>
          </p15:clr>
        </p15:guide>
        <p15:guide id="2" pos="21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93F0"/>
    <a:srgbClr val="72AE46"/>
    <a:srgbClr val="FEC000"/>
    <a:srgbClr val="8B4DD1"/>
    <a:srgbClr val="ADCE89"/>
    <a:srgbClr val="00BFBF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59" autoAdjust="0"/>
    <p:restoredTop sz="89277" autoAdjust="0"/>
  </p:normalViewPr>
  <p:slideViewPr>
    <p:cSldViewPr snapToGrid="0" showGuides="1">
      <p:cViewPr varScale="1">
        <p:scale>
          <a:sx n="197" d="100"/>
          <a:sy n="197" d="100"/>
        </p:scale>
        <p:origin x="652" y="116"/>
      </p:cViewPr>
      <p:guideLst>
        <p:guide orient="horz" pos="2902"/>
        <p:guide pos="210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font" Target="fonts/font1.fntdata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font" Target="fonts/font9.fntdata"/><Relationship Id="rId16" Type="http://schemas.openxmlformats.org/officeDocument/2006/relationships/font" Target="fonts/font8.fntdata"/><Relationship Id="rId15" Type="http://schemas.openxmlformats.org/officeDocument/2006/relationships/font" Target="fonts/font7.fntdata"/><Relationship Id="rId14" Type="http://schemas.openxmlformats.org/officeDocument/2006/relationships/font" Target="fonts/font6.fntdata"/><Relationship Id="rId13" Type="http://schemas.openxmlformats.org/officeDocument/2006/relationships/font" Target="fonts/font5.fntdata"/><Relationship Id="rId12" Type="http://schemas.openxmlformats.org/officeDocument/2006/relationships/font" Target="fonts/font4.fntdata"/><Relationship Id="rId11" Type="http://schemas.openxmlformats.org/officeDocument/2006/relationships/font" Target="fonts/font3.fntdata"/><Relationship Id="rId10" Type="http://schemas.openxmlformats.org/officeDocument/2006/relationships/font" Target="fonts/font2.fntdata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80294dfa11_0_4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altLang="zh-CN" sz="1100" b="1">
                <a:solidFill>
                  <a:srgbClr val="39373D"/>
                </a:solidFill>
                <a:latin typeface="Muli"/>
                <a:ea typeface="Muli"/>
                <a:cs typeface="Muli"/>
                <a:sym typeface="Muli"/>
              </a:rPr>
              <a:t>humanoid/g1_29dof_rev_1_0.jpg</a:t>
            </a:r>
            <a:endParaRPr lang="en-US" altLang="zh-CN" sz="1100" b="1">
              <a:solidFill>
                <a:srgbClr val="39373D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90" name="Google Shape;90;g80294dfa11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showMasterSp="0" matchingName="Title and Content">
  <p:cSld name="OBJEC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849773c3a5_0_53"/>
          <p:cNvSpPr txBox="1">
            <a:spLocks noGrp="1"/>
          </p:cNvSpPr>
          <p:nvPr>
            <p:ph type="sldNum" idx="12"/>
          </p:nvPr>
        </p:nvSpPr>
        <p:spPr>
          <a:xfrm>
            <a:off x="8545825" y="4756575"/>
            <a:ext cx="598200" cy="3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540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  <a:defRPr sz="1300" i="0" u="none" strike="noStrike" cap="none">
                <a:solidFill>
                  <a:srgbClr val="39373D"/>
                </a:solidFill>
                <a:latin typeface="Muli Regular"/>
                <a:ea typeface="Muli Regular"/>
                <a:cs typeface="Muli Regular"/>
                <a:sym typeface="Muli Regular"/>
              </a:defRPr>
            </a:lvl1pPr>
            <a:lvl2pPr marL="2540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  <a:defRPr sz="1300" i="0" u="none" strike="noStrike" cap="none">
                <a:solidFill>
                  <a:srgbClr val="39373D"/>
                </a:solidFill>
                <a:latin typeface="Muli Regular"/>
                <a:ea typeface="Muli Regular"/>
                <a:cs typeface="Muli Regular"/>
                <a:sym typeface="Muli Regular"/>
              </a:defRPr>
            </a:lvl2pPr>
            <a:lvl3pPr marL="2540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  <a:defRPr sz="1300" i="0" u="none" strike="noStrike" cap="none">
                <a:solidFill>
                  <a:srgbClr val="39373D"/>
                </a:solidFill>
                <a:latin typeface="Muli Regular"/>
                <a:ea typeface="Muli Regular"/>
                <a:cs typeface="Muli Regular"/>
                <a:sym typeface="Muli Regular"/>
              </a:defRPr>
            </a:lvl3pPr>
            <a:lvl4pPr marL="2540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  <a:defRPr sz="1300" i="0" u="none" strike="noStrike" cap="none">
                <a:solidFill>
                  <a:srgbClr val="39373D"/>
                </a:solidFill>
                <a:latin typeface="Muli Regular"/>
                <a:ea typeface="Muli Regular"/>
                <a:cs typeface="Muli Regular"/>
                <a:sym typeface="Muli Regular"/>
              </a:defRPr>
            </a:lvl4pPr>
            <a:lvl5pPr marL="2540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  <a:defRPr sz="1300" i="0" u="none" strike="noStrike" cap="none">
                <a:solidFill>
                  <a:srgbClr val="39373D"/>
                </a:solidFill>
                <a:latin typeface="Muli Regular"/>
                <a:ea typeface="Muli Regular"/>
                <a:cs typeface="Muli Regular"/>
                <a:sym typeface="Muli Regular"/>
              </a:defRPr>
            </a:lvl5pPr>
            <a:lvl6pPr marL="2540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  <a:defRPr sz="1300" i="0" u="none" strike="noStrike" cap="none">
                <a:solidFill>
                  <a:srgbClr val="39373D"/>
                </a:solidFill>
                <a:latin typeface="Muli Regular"/>
                <a:ea typeface="Muli Regular"/>
                <a:cs typeface="Muli Regular"/>
                <a:sym typeface="Muli Regular"/>
              </a:defRPr>
            </a:lvl6pPr>
            <a:lvl7pPr marL="2540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  <a:defRPr sz="1300" i="0" u="none" strike="noStrike" cap="none">
                <a:solidFill>
                  <a:srgbClr val="39373D"/>
                </a:solidFill>
                <a:latin typeface="Muli Regular"/>
                <a:ea typeface="Muli Regular"/>
                <a:cs typeface="Muli Regular"/>
                <a:sym typeface="Muli Regular"/>
              </a:defRPr>
            </a:lvl7pPr>
            <a:lvl8pPr marL="2540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  <a:defRPr sz="1300" i="0" u="none" strike="noStrike" cap="none">
                <a:solidFill>
                  <a:srgbClr val="39373D"/>
                </a:solidFill>
                <a:latin typeface="Muli Regular"/>
                <a:ea typeface="Muli Regular"/>
                <a:cs typeface="Muli Regular"/>
                <a:sym typeface="Muli Regular"/>
              </a:defRPr>
            </a:lvl8pPr>
            <a:lvl9pPr marL="2540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  <a:defRPr sz="1300" i="0" u="none" strike="noStrike" cap="none">
                <a:solidFill>
                  <a:srgbClr val="39373D"/>
                </a:solidFill>
                <a:latin typeface="Muli Regular"/>
                <a:ea typeface="Muli Regular"/>
                <a:cs typeface="Muli Regular"/>
                <a:sym typeface="Muli Regular"/>
              </a:defRPr>
            </a:lvl9pPr>
          </a:lstStyle>
          <a:p>
            <a:fld id="{00000000-1234-1234-1234-123412341234}" type="slidenum">
              <a:rPr lang="es-ES" smtClean="0"/>
            </a:fld>
            <a:endParaRPr lang="es-E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matchingName="Section header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849773c3a5_0_10"/>
          <p:cNvSpPr/>
          <p:nvPr/>
        </p:nvSpPr>
        <p:spPr>
          <a:xfrm flipH="1">
            <a:off x="7595939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9" name="Google Shape;19;g849773c3a5_0_10"/>
          <p:cNvSpPr/>
          <p:nvPr/>
        </p:nvSpPr>
        <p:spPr>
          <a:xfrm rot="10800000" flipH="1">
            <a:off x="466426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0" name="Google Shape;20;g849773c3a5_0_10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1" name="Google Shape;21;g849773c3a5_0_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9pPr>
          </a:lstStyle>
          <a:p>
            <a:fld id="{00000000-1234-1234-1234-123412341234}" type="slidenum">
              <a:rPr lang="es-ES" smtClean="0"/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 matchingName="Title and body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849773c3a5_0_15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4" name="Google Shape;24;g849773c3a5_0_1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5" name="Google Shape;25;g849773c3a5_0_1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" name="Google Shape;26;g849773c3a5_0_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9pPr>
          </a:lstStyle>
          <a:p>
            <a:fld id="{00000000-1234-1234-1234-123412341234}" type="slidenum">
              <a:rPr lang="es-ES" smtClean="0"/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showMasterSp="0" matchingName="Title and two columns">
  <p:cSld name="TITLE_AND_TWO_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849773c3a5_0_20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9" name="Google Shape;29;g849773c3a5_0_20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g849773c3a5_0_20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g849773c3a5_0_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9pPr>
          </a:lstStyle>
          <a:p>
            <a:fld id="{00000000-1234-1234-1234-123412341234}" type="slidenum">
              <a:rPr lang="es-ES" smtClean="0"/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showMasterSp="0" matchingName="Title only">
  <p:cSld name="TITLE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849773c3a5_0_2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4" name="Google Shape;34;g849773c3a5_0_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9pPr>
          </a:lstStyle>
          <a:p>
            <a:fld id="{00000000-1234-1234-1234-123412341234}" type="slidenum">
              <a:rPr lang="es-ES" smtClean="0"/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One column text">
  <p:cSld name="ONE_COLUMN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849773c3a5_0_2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7" name="Google Shape;37;g849773c3a5_0_28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g849773c3a5_0_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9pPr>
          </a:lstStyle>
          <a:p>
            <a:fld id="{00000000-1234-1234-1234-123412341234}" type="slidenum">
              <a:rPr lang="es-ES" smtClean="0"/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849773c3a5_0_32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1" name="Google Shape;41;g849773c3a5_0_3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2" name="Google Shape;42;g849773c3a5_0_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9pPr>
          </a:lstStyle>
          <a:p>
            <a:fld id="{00000000-1234-1234-1234-123412341234}" type="slidenum">
              <a:rPr lang="es-ES" smtClean="0"/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title and description">
  <p:cSld name="SECTION_TITLE_AND_DESCRI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849773c3a5_0_36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45" name="Google Shape;45;g849773c3a5_0_36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" name="Google Shape;46;g849773c3a5_0_36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7" name="Google Shape;47;g849773c3a5_0_36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 panose="02000506040000020004"/>
              <a:buNone/>
              <a:defRPr sz="2400"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 panose="02000506040000020004"/>
              <a:buNone/>
              <a:defRPr sz="2400"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 panose="02000506040000020004"/>
              <a:buNone/>
              <a:defRPr sz="2400"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 panose="02000506040000020004"/>
              <a:buNone/>
              <a:defRPr sz="2400"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 panose="02000506040000020004"/>
              <a:buNone/>
              <a:defRPr sz="2400"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 panose="02000506040000020004"/>
              <a:buNone/>
              <a:defRPr sz="2400"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 panose="02000506040000020004"/>
              <a:buNone/>
              <a:defRPr sz="2400"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 panose="02000506040000020004"/>
              <a:buNone/>
              <a:defRPr sz="2400"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 panose="02000506040000020004"/>
              <a:buNone/>
              <a:defRPr sz="2400"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9pPr>
          </a:lstStyle>
          <a:p/>
        </p:txBody>
      </p:sp>
      <p:sp>
        <p:nvSpPr>
          <p:cNvPr id="48" name="Google Shape;48;g849773c3a5_0_36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" name="Google Shape;49;g849773c3a5_0_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9pPr>
          </a:lstStyle>
          <a:p>
            <a:fld id="{00000000-1234-1234-1234-123412341234}" type="slidenum">
              <a:rPr lang="es-ES" smtClean="0"/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aption">
  <p:cSld name="CAPTION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849773c3a5_0_43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 panose="02000506040000020004"/>
              <a:buNone/>
              <a:defRPr sz="2400"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1pPr>
          </a:lstStyle>
          <a:p/>
        </p:txBody>
      </p:sp>
      <p:sp>
        <p:nvSpPr>
          <p:cNvPr id="52" name="Google Shape;52;g849773c3a5_0_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9pPr>
          </a:lstStyle>
          <a:p>
            <a:fld id="{00000000-1234-1234-1234-123412341234}" type="slidenum">
              <a:rPr lang="es-ES" smtClean="0"/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ig number">
  <p:cSld name="BIG_NUMB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849773c3a5_0_4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5" name="Google Shape;55;g849773c3a5_0_46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g849773c3a5_0_46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g849773c3a5_0_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9pPr>
          </a:lstStyle>
          <a:p>
            <a:fld id="{00000000-1234-1234-1234-123412341234}" type="slidenum">
              <a:rPr lang="es-ES" smtClean="0"/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showMasterSp="0" matchingNam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849773c3a5_0_5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9pPr>
          </a:lstStyle>
          <a:p>
            <a:fld id="{00000000-1234-1234-1234-123412341234}" type="slidenum">
              <a:rPr lang="es-ES" smtClean="0"/>
            </a:fld>
            <a:endParaRPr lang="es-E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950" b="11670"/>
          <a:stretch>
            <a:fillRect/>
          </a:stretch>
        </p:blipFill>
        <p:spPr>
          <a:xfrm>
            <a:off x="0" y="1417536"/>
            <a:ext cx="9144000" cy="1967579"/>
          </a:xfrm>
          <a:prstGeom prst="rect">
            <a:avLst/>
          </a:prstGeom>
        </p:spPr>
      </p:pic>
      <p:sp>
        <p:nvSpPr>
          <p:cNvPr id="12" name="文本框 13"/>
          <p:cNvSpPr txBox="1">
            <a:spLocks noChangeArrowheads="1"/>
          </p:cNvSpPr>
          <p:nvPr userDrawn="1"/>
        </p:nvSpPr>
        <p:spPr bwMode="auto">
          <a:xfrm>
            <a:off x="2884217" y="3491178"/>
            <a:ext cx="3375566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rgbClr val="11449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—  </a:t>
            </a:r>
            <a:r>
              <a: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srgbClr val="11449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汇报人：李智勇 </a:t>
            </a:r>
            <a:r>
              <a: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rgbClr val="11449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—</a:t>
            </a:r>
            <a:endParaRPr kumimoji="0" lang="en-US" altLang="zh-CN" sz="1350" b="0" i="0" u="none" strike="noStrike" kern="1200" cap="none" spc="0" normalizeH="0" baseline="0" noProof="0" dirty="0">
              <a:ln>
                <a:noFill/>
              </a:ln>
              <a:solidFill>
                <a:srgbClr val="11449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386000" y="4417255"/>
            <a:ext cx="6372000" cy="0"/>
            <a:chOff x="1360776" y="4324094"/>
            <a:chExt cx="8179860" cy="0"/>
          </a:xfrm>
        </p:grpSpPr>
        <p:cxnSp>
          <p:nvCxnSpPr>
            <p:cNvPr id="25" name="直接连接符 24"/>
            <p:cNvCxnSpPr/>
            <p:nvPr userDrawn="1"/>
          </p:nvCxnSpPr>
          <p:spPr>
            <a:xfrm>
              <a:off x="1360776" y="4324094"/>
              <a:ext cx="3024000" cy="0"/>
            </a:xfrm>
            <a:prstGeom prst="line">
              <a:avLst/>
            </a:prstGeom>
            <a:ln w="9525">
              <a:solidFill>
                <a:schemeClr val="accent1"/>
              </a:solidFill>
              <a:prstDash val="sysDash"/>
              <a:head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 userDrawn="1"/>
          </p:nvCxnSpPr>
          <p:spPr>
            <a:xfrm flipH="1">
              <a:off x="6516636" y="4324094"/>
              <a:ext cx="3024000" cy="0"/>
            </a:xfrm>
            <a:prstGeom prst="line">
              <a:avLst/>
            </a:prstGeom>
            <a:ln w="9525">
              <a:solidFill>
                <a:schemeClr val="accent1"/>
              </a:solidFill>
              <a:prstDash val="sysDash"/>
              <a:head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六边形 27"/>
          <p:cNvSpPr/>
          <p:nvPr userDrawn="1"/>
        </p:nvSpPr>
        <p:spPr>
          <a:xfrm>
            <a:off x="3755110" y="4286258"/>
            <a:ext cx="1633780" cy="261997"/>
          </a:xfrm>
          <a:prstGeom prst="hexagon">
            <a:avLst>
              <a:gd name="adj" fmla="val 39769"/>
              <a:gd name="vf" fmla="val 115470"/>
            </a:avLst>
          </a:prstGeom>
          <a:solidFill>
            <a:schemeClr val="accent1"/>
          </a:solidFill>
        </p:spPr>
        <p:txBody>
          <a:bodyPr wrap="square" tIns="0" bIns="0" anchor="ctr" anchorCtr="0">
            <a:spAutoFit/>
          </a:bodyPr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合作</a:t>
            </a:r>
            <a:r>
              <a:rPr kumimoji="0" lang="zh-CN" altLang="zh-CN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单位</a:t>
            </a:r>
            <a:endParaRPr kumimoji="0" lang="zh-CN" altLang="zh-CN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9" name="六边形 28"/>
          <p:cNvSpPr/>
          <p:nvPr userDrawn="1"/>
        </p:nvSpPr>
        <p:spPr>
          <a:xfrm>
            <a:off x="3237551" y="3871751"/>
            <a:ext cx="2668903" cy="255969"/>
          </a:xfrm>
          <a:prstGeom prst="hexagon">
            <a:avLst>
              <a:gd name="adj" fmla="val 36883"/>
              <a:gd name="vf" fmla="val 11547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0" tIns="0" rIns="0" bIns="0" anchor="ctr" anchorCtr="0">
            <a:spAutoFit/>
          </a:bodyPr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srgbClr val="114496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依托</a:t>
            </a:r>
            <a:r>
              <a:rPr kumimoji="0" lang="zh-CN" altLang="zh-CN" sz="1350" b="0" i="0" u="none" strike="noStrike" kern="1200" cap="none" spc="0" normalizeH="0" baseline="0" noProof="0">
                <a:ln>
                  <a:noFill/>
                </a:ln>
                <a:solidFill>
                  <a:srgbClr val="114496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单位</a:t>
            </a:r>
            <a:r>
              <a: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srgbClr val="114496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：湖南大学</a:t>
            </a: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114496"/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31" name="矩形 30"/>
          <p:cNvSpPr/>
          <p:nvPr userDrawn="1"/>
        </p:nvSpPr>
        <p:spPr>
          <a:xfrm>
            <a:off x="2108954" y="4639303"/>
            <a:ext cx="4926093" cy="30008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50" b="0" i="0" u="none" strike="noStrike" kern="1200" cap="none" spc="8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中国人民解放军国防科技大学  </a:t>
            </a:r>
            <a:r>
              <a:rPr kumimoji="0" lang="en-US" altLang="zh-CN" sz="1350" b="0" i="0" u="none" strike="noStrike" kern="1200" cap="none" spc="8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|  </a:t>
            </a:r>
            <a:r>
              <a:rPr kumimoji="0" lang="zh-CN" altLang="en-US" sz="1350" b="0" i="0" u="none" strike="noStrike" kern="1200" cap="none" spc="8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  <a:sym typeface="+mn-ea"/>
              </a:rPr>
              <a:t>航天彩虹无人机股份有限公司</a:t>
            </a:r>
            <a:endParaRPr kumimoji="0" lang="zh-CN" altLang="en-US" sz="1350" b="0" i="0" u="none" strike="noStrike" kern="1200" cap="none" spc="8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文本框 53"/>
          <p:cNvSpPr txBox="1"/>
          <p:nvPr userDrawn="1"/>
        </p:nvSpPr>
        <p:spPr>
          <a:xfrm>
            <a:off x="5933" y="1418252"/>
            <a:ext cx="9138069" cy="1966146"/>
          </a:xfrm>
          <a:prstGeom prst="rect">
            <a:avLst/>
          </a:prstGeom>
          <a:solidFill>
            <a:schemeClr val="accent1">
              <a:alpha val="83000"/>
            </a:schemeClr>
          </a:solidFill>
        </p:spPr>
        <p:txBody>
          <a:bodyPr wrap="square" rtlCol="0" anchor="ctr">
            <a:norm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13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3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深度知识挖掘驱动的无人机</a:t>
            </a:r>
            <a:endParaRPr kumimoji="0" sz="33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13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3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侦察情报助理</a:t>
            </a:r>
            <a:endParaRPr kumimoji="0" lang="zh-CN" altLang="en-US" sz="3300" b="1" i="0" u="none" strike="noStrike" kern="1200" cap="none" spc="0" normalizeH="0" baseline="0" noProof="0">
              <a:ln>
                <a:noFill/>
              </a:ln>
              <a:solidFill>
                <a:srgbClr val="FBFBFB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47" name="组合 46"/>
          <p:cNvGrpSpPr/>
          <p:nvPr userDrawn="1"/>
        </p:nvGrpSpPr>
        <p:grpSpPr>
          <a:xfrm>
            <a:off x="-269999" y="2196601"/>
            <a:ext cx="545931" cy="409448"/>
            <a:chOff x="-80167" y="2468253"/>
            <a:chExt cx="887453" cy="887453"/>
          </a:xfrm>
          <a:solidFill>
            <a:srgbClr val="FBFBFB"/>
          </a:solidFill>
        </p:grpSpPr>
        <p:sp>
          <p:nvSpPr>
            <p:cNvPr id="48" name="直角三角形 47"/>
            <p:cNvSpPr/>
            <p:nvPr userDrawn="1"/>
          </p:nvSpPr>
          <p:spPr>
            <a:xfrm rot="13500000">
              <a:off x="55201" y="2610671"/>
              <a:ext cx="616714" cy="616716"/>
            </a:xfrm>
            <a:prstGeom prst="rtTriangl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9" name="直角三角形 48"/>
            <p:cNvSpPr/>
            <p:nvPr userDrawn="1"/>
          </p:nvSpPr>
          <p:spPr>
            <a:xfrm rot="13500000">
              <a:off x="-80167" y="2468253"/>
              <a:ext cx="887453" cy="887453"/>
            </a:xfrm>
            <a:prstGeom prst="rtTriangle">
              <a:avLst/>
            </a:prstGeom>
            <a:noFill/>
            <a:ln w="9525">
              <a:solidFill>
                <a:srgbClr val="FBFBF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30" name="组合 29"/>
          <p:cNvGrpSpPr/>
          <p:nvPr userDrawn="1"/>
        </p:nvGrpSpPr>
        <p:grpSpPr>
          <a:xfrm flipH="1">
            <a:off x="8868071" y="2196601"/>
            <a:ext cx="545931" cy="409448"/>
            <a:chOff x="-80167" y="2468253"/>
            <a:chExt cx="887453" cy="887453"/>
          </a:xfrm>
          <a:solidFill>
            <a:srgbClr val="FBFBFB"/>
          </a:solidFill>
        </p:grpSpPr>
        <p:sp>
          <p:nvSpPr>
            <p:cNvPr id="32" name="直角三角形 31"/>
            <p:cNvSpPr/>
            <p:nvPr userDrawn="1"/>
          </p:nvSpPr>
          <p:spPr>
            <a:xfrm rot="13500000">
              <a:off x="55201" y="2610671"/>
              <a:ext cx="616714" cy="616716"/>
            </a:xfrm>
            <a:prstGeom prst="rtTriangl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3" name="直角三角形 32"/>
            <p:cNvSpPr/>
            <p:nvPr userDrawn="1"/>
          </p:nvSpPr>
          <p:spPr>
            <a:xfrm rot="13500000">
              <a:off x="-80167" y="2468253"/>
              <a:ext cx="887453" cy="887453"/>
            </a:xfrm>
            <a:prstGeom prst="rtTriangle">
              <a:avLst/>
            </a:prstGeom>
            <a:noFill/>
            <a:ln w="9525">
              <a:solidFill>
                <a:srgbClr val="FBFBF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5" name="文本框 4"/>
          <p:cNvSpPr txBox="1"/>
          <p:nvPr userDrawn="1"/>
        </p:nvSpPr>
        <p:spPr>
          <a:xfrm>
            <a:off x="3405168" y="565785"/>
            <a:ext cx="233910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重点项目论证汇报</a:t>
            </a:r>
            <a:endParaRPr kumimoji="0" lang="zh-CN" altLang="en-US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072" b="894"/>
          <a:stretch>
            <a:fillRect/>
          </a:stretch>
        </p:blipFill>
        <p:spPr>
          <a:xfrm>
            <a:off x="0" y="1495019"/>
            <a:ext cx="9144000" cy="2504360"/>
          </a:xfrm>
          <a:prstGeom prst="rect">
            <a:avLst/>
          </a:prstGeom>
        </p:spPr>
      </p:pic>
      <p:sp>
        <p:nvSpPr>
          <p:cNvPr id="31" name="矩形 30"/>
          <p:cNvSpPr/>
          <p:nvPr userDrawn="1"/>
        </p:nvSpPr>
        <p:spPr>
          <a:xfrm>
            <a:off x="3994664" y="4228728"/>
            <a:ext cx="1154675" cy="3231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8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2021</a:t>
            </a:r>
            <a:r>
              <a:rPr kumimoji="0" lang="zh-CN" altLang="en-US" sz="1500" b="0" i="0" u="none" strike="noStrike" kern="1200" cap="none" spc="8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年</a:t>
            </a:r>
            <a:r>
              <a:rPr kumimoji="0" lang="en-US" altLang="zh-CN" sz="1500" b="0" i="0" u="none" strike="noStrike" kern="1200" cap="none" spc="8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10</a:t>
            </a:r>
            <a:r>
              <a:rPr kumimoji="0" lang="zh-CN" altLang="en-US" sz="1500" b="0" i="0" u="none" strike="noStrike" kern="1200" cap="none" spc="8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月</a:t>
            </a:r>
            <a:endParaRPr kumimoji="0" lang="zh-CN" altLang="en-US" sz="1500" b="0" i="0" u="none" strike="noStrike" kern="1200" cap="none" spc="8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文本框 53"/>
          <p:cNvSpPr txBox="1"/>
          <p:nvPr userDrawn="1"/>
        </p:nvSpPr>
        <p:spPr>
          <a:xfrm>
            <a:off x="5933" y="1495019"/>
            <a:ext cx="9138069" cy="2504360"/>
          </a:xfrm>
          <a:prstGeom prst="rect">
            <a:avLst/>
          </a:prstGeom>
          <a:solidFill>
            <a:schemeClr val="accent1">
              <a:alpha val="83000"/>
            </a:schemeClr>
          </a:solidFill>
        </p:spPr>
        <p:txBody>
          <a:bodyPr wrap="square" rtlCol="0" anchor="ctr">
            <a:norm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13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1" i="0" u="none" strike="noStrike" kern="1200" cap="none" spc="450" normalizeH="0" baseline="0" noProof="0">
                <a:ln>
                  <a:noFill/>
                </a:ln>
                <a:solidFill>
                  <a:srgbClr val="FBFBFB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谢谢各位专家！</a:t>
            </a:r>
            <a:endParaRPr kumimoji="0" lang="zh-CN" altLang="en-US" sz="5400" b="1" i="0" u="none" strike="noStrike" kern="1200" cap="none" spc="450" normalizeH="0" baseline="0" noProof="0">
              <a:ln>
                <a:noFill/>
              </a:ln>
              <a:solidFill>
                <a:srgbClr val="FBFBFB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13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1" i="0" u="none" strike="noStrike" kern="1200" cap="none" spc="450" normalizeH="0" baseline="0" noProof="0">
                <a:ln>
                  <a:noFill/>
                </a:ln>
                <a:solidFill>
                  <a:srgbClr val="FBFBFB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敬请批评指正！</a:t>
            </a:r>
            <a:endParaRPr kumimoji="0" lang="zh-CN" altLang="en-US" sz="5400" b="1" i="0" u="none" strike="noStrike" kern="1200" cap="none" spc="450" normalizeH="0" baseline="0" noProof="0">
              <a:ln>
                <a:noFill/>
              </a:ln>
              <a:solidFill>
                <a:srgbClr val="FBFBFB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47" name="组合 46"/>
          <p:cNvGrpSpPr/>
          <p:nvPr userDrawn="1"/>
        </p:nvGrpSpPr>
        <p:grpSpPr>
          <a:xfrm>
            <a:off x="-269999" y="2542474"/>
            <a:ext cx="545931" cy="409448"/>
            <a:chOff x="-80167" y="2468253"/>
            <a:chExt cx="887453" cy="887453"/>
          </a:xfrm>
          <a:solidFill>
            <a:srgbClr val="FBFBFB"/>
          </a:solidFill>
        </p:grpSpPr>
        <p:sp>
          <p:nvSpPr>
            <p:cNvPr id="48" name="直角三角形 47"/>
            <p:cNvSpPr/>
            <p:nvPr userDrawn="1"/>
          </p:nvSpPr>
          <p:spPr>
            <a:xfrm rot="13500000">
              <a:off x="55201" y="2610671"/>
              <a:ext cx="616714" cy="616716"/>
            </a:xfrm>
            <a:prstGeom prst="rtTriangl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9" name="直角三角形 48"/>
            <p:cNvSpPr/>
            <p:nvPr userDrawn="1"/>
          </p:nvSpPr>
          <p:spPr>
            <a:xfrm rot="13500000">
              <a:off x="-80167" y="2468253"/>
              <a:ext cx="887453" cy="887453"/>
            </a:xfrm>
            <a:prstGeom prst="rtTriangle">
              <a:avLst/>
            </a:prstGeom>
            <a:noFill/>
            <a:ln w="9525">
              <a:solidFill>
                <a:srgbClr val="FBFBF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30" name="组合 29"/>
          <p:cNvGrpSpPr/>
          <p:nvPr userDrawn="1"/>
        </p:nvGrpSpPr>
        <p:grpSpPr>
          <a:xfrm flipH="1">
            <a:off x="8868071" y="2542474"/>
            <a:ext cx="545931" cy="409448"/>
            <a:chOff x="-80167" y="2468253"/>
            <a:chExt cx="887453" cy="887453"/>
          </a:xfrm>
          <a:solidFill>
            <a:srgbClr val="FBFBFB"/>
          </a:solidFill>
        </p:grpSpPr>
        <p:sp>
          <p:nvSpPr>
            <p:cNvPr id="32" name="直角三角形 31"/>
            <p:cNvSpPr/>
            <p:nvPr userDrawn="1"/>
          </p:nvSpPr>
          <p:spPr>
            <a:xfrm rot="13500000">
              <a:off x="55201" y="2610671"/>
              <a:ext cx="616714" cy="616716"/>
            </a:xfrm>
            <a:prstGeom prst="rtTriangl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3" name="直角三角形 32"/>
            <p:cNvSpPr/>
            <p:nvPr userDrawn="1"/>
          </p:nvSpPr>
          <p:spPr>
            <a:xfrm rot="13500000">
              <a:off x="-80167" y="2468253"/>
              <a:ext cx="887453" cy="887453"/>
            </a:xfrm>
            <a:prstGeom prst="rtTriangle">
              <a:avLst/>
            </a:prstGeom>
            <a:noFill/>
            <a:ln w="9525">
              <a:solidFill>
                <a:srgbClr val="FBFBF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标题幻灯片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图片 99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2" y="3278029"/>
            <a:ext cx="3950335" cy="1865471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文本框 53"/>
          <p:cNvSpPr txBox="1"/>
          <p:nvPr userDrawn="1"/>
        </p:nvSpPr>
        <p:spPr>
          <a:xfrm>
            <a:off x="-245" y="2747"/>
            <a:ext cx="3951521" cy="5141925"/>
          </a:xfrm>
          <a:prstGeom prst="rect">
            <a:avLst/>
          </a:prstGeom>
          <a:gradFill>
            <a:gsLst>
              <a:gs pos="0">
                <a:schemeClr val="accent1">
                  <a:alpha val="35000"/>
                </a:schemeClr>
              </a:gs>
              <a:gs pos="100000">
                <a:schemeClr val="accent1">
                  <a:alpha val="88000"/>
                </a:schemeClr>
              </a:gs>
            </a:gsLst>
            <a:lin ang="15000000" scaled="0"/>
          </a:gradFill>
        </p:spPr>
        <p:txBody>
          <a:bodyPr wrap="square" rtlCol="0" anchor="ctr">
            <a:norm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600" b="1" i="0" u="none" strike="noStrike" kern="1200" cap="none" spc="225" normalizeH="0" baseline="0" noProof="0">
              <a:ln>
                <a:noFill/>
              </a:ln>
              <a:solidFill>
                <a:srgbClr val="FBFBFB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47" name="组合 46"/>
          <p:cNvGrpSpPr/>
          <p:nvPr userDrawn="1"/>
        </p:nvGrpSpPr>
        <p:grpSpPr>
          <a:xfrm>
            <a:off x="3648978" y="2374978"/>
            <a:ext cx="522627" cy="391970"/>
            <a:chOff x="-80167" y="2468253"/>
            <a:chExt cx="887453" cy="887453"/>
          </a:xfrm>
          <a:solidFill>
            <a:srgbClr val="FBFBFB"/>
          </a:solidFill>
        </p:grpSpPr>
        <p:sp>
          <p:nvSpPr>
            <p:cNvPr id="48" name="直角三角形 47"/>
            <p:cNvSpPr/>
            <p:nvPr userDrawn="1"/>
          </p:nvSpPr>
          <p:spPr>
            <a:xfrm rot="13500000">
              <a:off x="55201" y="2610671"/>
              <a:ext cx="616714" cy="616716"/>
            </a:xfrm>
            <a:prstGeom prst="rtTriangle">
              <a:avLst/>
            </a:prstGeom>
            <a:solidFill>
              <a:srgbClr val="234F97"/>
            </a:solidFill>
            <a:ln w="9525">
              <a:solidFill>
                <a:srgbClr val="234F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9" name="直角三角形 48"/>
            <p:cNvSpPr/>
            <p:nvPr userDrawn="1"/>
          </p:nvSpPr>
          <p:spPr>
            <a:xfrm rot="13500000">
              <a:off x="-80167" y="2468253"/>
              <a:ext cx="887453" cy="887453"/>
            </a:xfrm>
            <a:prstGeom prst="rtTriangle">
              <a:avLst/>
            </a:prstGeom>
            <a:noFill/>
            <a:ln w="9525">
              <a:solidFill>
                <a:srgbClr val="234F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27" name="菱形 26"/>
          <p:cNvSpPr/>
          <p:nvPr/>
        </p:nvSpPr>
        <p:spPr>
          <a:xfrm>
            <a:off x="5163875" y="581624"/>
            <a:ext cx="755995" cy="567000"/>
          </a:xfrm>
          <a:prstGeom prst="diamond">
            <a:avLst/>
          </a:prstGeom>
          <a:solidFill>
            <a:schemeClr val="accent2"/>
          </a:solidFill>
          <a:ln w="47625" cmpd="dbl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一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5" name="文本框 34"/>
          <p:cNvSpPr txBox="1"/>
          <p:nvPr userDrawn="1"/>
        </p:nvSpPr>
        <p:spPr>
          <a:xfrm>
            <a:off x="5971154" y="668916"/>
            <a:ext cx="2160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1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背景与意义</a:t>
            </a:r>
            <a:endParaRPr kumimoji="0" lang="zh-CN" altLang="en-US" sz="2100" b="1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9" name="文本框 38"/>
          <p:cNvSpPr txBox="1"/>
          <p:nvPr userDrawn="1"/>
        </p:nvSpPr>
        <p:spPr>
          <a:xfrm>
            <a:off x="5971154" y="1378649"/>
            <a:ext cx="2160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100" b="1" i="0" u="none" strike="noStrike" kern="1200" cap="none" spc="0" normalizeH="0" baseline="0" noProof="0">
                <a:ln>
                  <a:noFill/>
                </a:ln>
                <a:solidFill>
                  <a:srgbClr val="0344A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内容与方案</a:t>
            </a:r>
            <a:endParaRPr kumimoji="0" lang="zh-CN" altLang="en-US" sz="2100" b="1" i="0" u="none" strike="noStrike" kern="1200" cap="none" spc="0" normalizeH="0" baseline="0" noProof="0">
              <a:ln>
                <a:noFill/>
              </a:ln>
              <a:solidFill>
                <a:srgbClr val="0344A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3" name="文本框 42"/>
          <p:cNvSpPr txBox="1"/>
          <p:nvPr userDrawn="1"/>
        </p:nvSpPr>
        <p:spPr>
          <a:xfrm>
            <a:off x="5971154" y="2088382"/>
            <a:ext cx="2160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100" b="1" i="0" u="none" strike="noStrike" kern="1200" cap="none" spc="0" normalizeH="0" baseline="0" noProof="0">
                <a:ln>
                  <a:noFill/>
                </a:ln>
                <a:solidFill>
                  <a:srgbClr val="0344A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创新与成果</a:t>
            </a:r>
            <a:endParaRPr kumimoji="0" lang="zh-CN" altLang="en-US" sz="2100" b="1" i="0" u="none" strike="noStrike" kern="1200" cap="none" spc="0" normalizeH="0" baseline="0" noProof="0">
              <a:ln>
                <a:noFill/>
              </a:ln>
              <a:solidFill>
                <a:srgbClr val="0344A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0" name="文本框 49"/>
          <p:cNvSpPr txBox="1"/>
          <p:nvPr userDrawn="1"/>
        </p:nvSpPr>
        <p:spPr>
          <a:xfrm>
            <a:off x="5971150" y="2798114"/>
            <a:ext cx="2160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100" b="1" i="0" u="none" strike="noStrike" kern="1200" cap="none" spc="0" normalizeH="0" baseline="0" noProof="0">
                <a:ln>
                  <a:noFill/>
                </a:ln>
                <a:solidFill>
                  <a:srgbClr val="0344A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基础与条件</a:t>
            </a:r>
            <a:endParaRPr kumimoji="0" lang="zh-CN" altLang="en-US" sz="2100" b="1" i="0" u="none" strike="noStrike" kern="1200" cap="none" spc="0" normalizeH="0" baseline="0" noProof="0">
              <a:ln>
                <a:noFill/>
              </a:ln>
              <a:solidFill>
                <a:srgbClr val="0344A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3" name="菱形 62"/>
          <p:cNvSpPr/>
          <p:nvPr userDrawn="1"/>
        </p:nvSpPr>
        <p:spPr>
          <a:xfrm>
            <a:off x="5163877" y="1291357"/>
            <a:ext cx="755995" cy="567000"/>
          </a:xfrm>
          <a:prstGeom prst="diamond">
            <a:avLst/>
          </a:prstGeom>
          <a:solidFill>
            <a:schemeClr val="accent1"/>
          </a:solidFill>
          <a:ln w="47625" cmpd="dbl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二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4" name="菱形 63"/>
          <p:cNvSpPr/>
          <p:nvPr userDrawn="1"/>
        </p:nvSpPr>
        <p:spPr>
          <a:xfrm>
            <a:off x="5163877" y="2001089"/>
            <a:ext cx="755995" cy="567000"/>
          </a:xfrm>
          <a:prstGeom prst="diamond">
            <a:avLst/>
          </a:prstGeom>
          <a:solidFill>
            <a:schemeClr val="accent1"/>
          </a:solidFill>
          <a:ln w="47625" cmpd="dbl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三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5" name="菱形 64"/>
          <p:cNvSpPr/>
          <p:nvPr userDrawn="1"/>
        </p:nvSpPr>
        <p:spPr>
          <a:xfrm>
            <a:off x="5163877" y="2710822"/>
            <a:ext cx="755995" cy="567000"/>
          </a:xfrm>
          <a:prstGeom prst="diamond">
            <a:avLst/>
          </a:prstGeom>
          <a:solidFill>
            <a:schemeClr val="accent1"/>
          </a:solidFill>
          <a:ln w="47625" cmpd="dbl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四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3" name="文本框 22"/>
          <p:cNvSpPr txBox="1"/>
          <p:nvPr userDrawn="1"/>
        </p:nvSpPr>
        <p:spPr>
          <a:xfrm>
            <a:off x="5919869" y="3507847"/>
            <a:ext cx="2160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100" b="1" i="0" u="none" strike="noStrike" kern="1200" cap="none" spc="0" normalizeH="0" baseline="0" noProof="0">
                <a:ln>
                  <a:noFill/>
                </a:ln>
                <a:solidFill>
                  <a:srgbClr val="0344A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项目总结</a:t>
            </a:r>
            <a:endParaRPr kumimoji="0" lang="zh-CN" altLang="en-US" sz="2100" b="1" i="0" u="none" strike="noStrike" kern="1200" cap="none" spc="0" normalizeH="0" baseline="0" noProof="0">
              <a:ln>
                <a:noFill/>
              </a:ln>
              <a:solidFill>
                <a:srgbClr val="0344A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4" name="菱形 23"/>
          <p:cNvSpPr/>
          <p:nvPr userDrawn="1"/>
        </p:nvSpPr>
        <p:spPr>
          <a:xfrm>
            <a:off x="5163875" y="3420554"/>
            <a:ext cx="755995" cy="567000"/>
          </a:xfrm>
          <a:prstGeom prst="diamond">
            <a:avLst/>
          </a:prstGeom>
          <a:solidFill>
            <a:schemeClr val="accent1"/>
          </a:solidFill>
          <a:ln w="47625" cmpd="dbl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五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25" name="组合 24"/>
          <p:cNvGrpSpPr/>
          <p:nvPr userDrawn="1"/>
        </p:nvGrpSpPr>
        <p:grpSpPr>
          <a:xfrm>
            <a:off x="616342" y="473919"/>
            <a:ext cx="2112410" cy="1349411"/>
            <a:chOff x="9328770" y="349544"/>
            <a:chExt cx="2112410" cy="1799214"/>
          </a:xfrm>
        </p:grpSpPr>
        <p:sp>
          <p:nvSpPr>
            <p:cNvPr id="26" name="Freeform 5"/>
            <p:cNvSpPr/>
            <p:nvPr userDrawn="1"/>
          </p:nvSpPr>
          <p:spPr bwMode="auto">
            <a:xfrm>
              <a:off x="9328770" y="349544"/>
              <a:ext cx="1929507" cy="1710104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accent1">
                <a:lumMod val="75000"/>
                <a:alpha val="18000"/>
              </a:schemeClr>
            </a:solidFill>
            <a:ln w="15875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100000">
                    <a:schemeClr val="bg1"/>
                  </a:gs>
                </a:gsLst>
                <a:lin ang="2700000" scaled="1"/>
                <a:tileRect/>
              </a:gradFill>
            </a:ln>
            <a:effectLst>
              <a:innerShdw blurRad="114300">
                <a:prstClr val="black"/>
              </a:innerShdw>
            </a:effectLst>
          </p:spPr>
          <p:txBody>
            <a:bodyPr vert="horz" wrap="square" lIns="68580" tIns="34290" rIns="68580" bIns="3429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05A9E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8" name="Freeform 5"/>
            <p:cNvSpPr/>
            <p:nvPr userDrawn="1"/>
          </p:nvSpPr>
          <p:spPr bwMode="auto">
            <a:xfrm>
              <a:off x="9511673" y="438654"/>
              <a:ext cx="1929507" cy="1710104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>
              <a:outerShdw blurRad="266700" dist="203200" dir="678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80" tIns="34290" rIns="68580" bIns="3429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05A9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9" name="矩形 28"/>
            <p:cNvSpPr/>
            <p:nvPr userDrawn="1"/>
          </p:nvSpPr>
          <p:spPr>
            <a:xfrm>
              <a:off x="9623003" y="792251"/>
              <a:ext cx="1638756" cy="677078"/>
            </a:xfrm>
            <a:prstGeom prst="rect">
              <a:avLst/>
            </a:prstGeom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wrap="square" lIns="91418" tIns="45709" rIns="91418" bIns="45709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7004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700" b="1" i="0" u="none" strike="noStrike" kern="0" cap="none" spc="0" normalizeH="0" baseline="0" noProof="0" dirty="0">
                  <a:ln>
                    <a:noFill/>
                  </a:ln>
                  <a:solidFill>
                    <a:srgbClr val="114496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目 录</a:t>
              </a:r>
              <a:endParaRPr kumimoji="0" lang="zh-CN" altLang="en-US" sz="2700" b="1" i="0" u="none" strike="noStrike" kern="0" cap="none" spc="0" normalizeH="0" baseline="0" noProof="0" dirty="0">
                <a:ln>
                  <a:noFill/>
                </a:ln>
                <a:solidFill>
                  <a:srgbClr val="114496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30" name="Rectangle 4"/>
            <p:cNvSpPr txBox="1">
              <a:spLocks noChangeArrowheads="1"/>
            </p:cNvSpPr>
            <p:nvPr userDrawn="1"/>
          </p:nvSpPr>
          <p:spPr bwMode="auto">
            <a:xfrm>
              <a:off x="9736399" y="1439461"/>
              <a:ext cx="1480053" cy="380971"/>
            </a:xfrm>
            <a:prstGeom prst="rect">
              <a:avLst/>
            </a:prstGeom>
            <a:noFill/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54" tIns="34277" rIns="68554" bIns="34277" numCol="1" anchor="ctr" anchorCtr="0" compatLnSpc="1"/>
            <a:lstStyle>
              <a:lvl1pPr marL="0" indent="0" algn="ctr">
                <a:buFontTx/>
                <a:buNone/>
                <a:defRPr sz="2000" b="1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latin typeface="+mn-lt"/>
                  <a:ea typeface="仿宋_GB2312" panose="02010609030101010101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latin typeface="+mn-lt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latin typeface="+mn-lt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latin typeface="+mn-lt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9pPr>
            </a:lstStyle>
            <a:p>
              <a:pPr marL="0" marR="0" lvl="0" indent="0" algn="ct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114496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CONTENTS</a:t>
              </a:r>
              <a:endPara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14496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标题幻灯片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菱形 26"/>
          <p:cNvSpPr/>
          <p:nvPr userDrawn="1"/>
        </p:nvSpPr>
        <p:spPr>
          <a:xfrm>
            <a:off x="5163875" y="581624"/>
            <a:ext cx="755995" cy="567000"/>
          </a:xfrm>
          <a:prstGeom prst="diamond">
            <a:avLst/>
          </a:prstGeom>
          <a:solidFill>
            <a:schemeClr val="accent1"/>
          </a:solidFill>
          <a:ln w="47625" cmpd="dbl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一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5" name="文本框 34"/>
          <p:cNvSpPr txBox="1"/>
          <p:nvPr userDrawn="1"/>
        </p:nvSpPr>
        <p:spPr>
          <a:xfrm>
            <a:off x="5971154" y="668916"/>
            <a:ext cx="2160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dist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800" b="1" i="0" u="none" strike="noStrike" cap="none" spc="0" normalizeH="0" baseline="0">
                <a:ln>
                  <a:noFill/>
                </a:ln>
                <a:solidFill>
                  <a:srgbClr val="0344A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dist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100" b="1" i="0" u="none" strike="noStrike" kern="1200" cap="none" spc="0" normalizeH="0" baseline="0" noProof="0">
                <a:ln>
                  <a:noFill/>
                </a:ln>
                <a:solidFill>
                  <a:srgbClr val="0344A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背景与意义</a:t>
            </a:r>
            <a:endParaRPr kumimoji="0" lang="zh-CN" altLang="en-US" sz="2100" b="1" i="0" u="none" strike="noStrike" kern="1200" cap="none" spc="0" normalizeH="0" baseline="0" noProof="0">
              <a:ln>
                <a:noFill/>
              </a:ln>
              <a:solidFill>
                <a:srgbClr val="0344A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9" name="文本框 38"/>
          <p:cNvSpPr txBox="1"/>
          <p:nvPr userDrawn="1"/>
        </p:nvSpPr>
        <p:spPr>
          <a:xfrm>
            <a:off x="5971154" y="1378649"/>
            <a:ext cx="2160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dist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800" b="1" i="0" u="none" strike="noStrike" cap="none" spc="0" normalizeH="0" baseline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dist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1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内容与方案</a:t>
            </a:r>
            <a:endParaRPr kumimoji="0" lang="zh-CN" altLang="en-US" sz="2100" b="1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3" name="文本框 42"/>
          <p:cNvSpPr txBox="1"/>
          <p:nvPr userDrawn="1"/>
        </p:nvSpPr>
        <p:spPr>
          <a:xfrm>
            <a:off x="5971154" y="2088382"/>
            <a:ext cx="2160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100" b="1" i="0" u="none" strike="noStrike" kern="1200" cap="none" spc="0" normalizeH="0" baseline="0" noProof="0">
                <a:ln>
                  <a:noFill/>
                </a:ln>
                <a:solidFill>
                  <a:srgbClr val="0344A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创新与成果</a:t>
            </a:r>
            <a:endParaRPr kumimoji="0" lang="zh-CN" altLang="en-US" sz="2100" b="1" i="0" u="none" strike="noStrike" kern="1200" cap="none" spc="0" normalizeH="0" baseline="0" noProof="0">
              <a:ln>
                <a:noFill/>
              </a:ln>
              <a:solidFill>
                <a:srgbClr val="0344A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0" name="文本框 49"/>
          <p:cNvSpPr txBox="1"/>
          <p:nvPr userDrawn="1"/>
        </p:nvSpPr>
        <p:spPr>
          <a:xfrm>
            <a:off x="5971150" y="2798114"/>
            <a:ext cx="2160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100" b="1" i="0" u="none" strike="noStrike" kern="1200" cap="none" spc="0" normalizeH="0" baseline="0" noProof="0">
                <a:ln>
                  <a:noFill/>
                </a:ln>
                <a:solidFill>
                  <a:srgbClr val="0344A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基础与条件</a:t>
            </a:r>
            <a:endParaRPr kumimoji="0" lang="zh-CN" altLang="en-US" sz="2100" b="1" i="0" u="none" strike="noStrike" kern="1200" cap="none" spc="0" normalizeH="0" baseline="0" noProof="0">
              <a:ln>
                <a:noFill/>
              </a:ln>
              <a:solidFill>
                <a:srgbClr val="0344A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3" name="菱形 62"/>
          <p:cNvSpPr/>
          <p:nvPr userDrawn="1"/>
        </p:nvSpPr>
        <p:spPr>
          <a:xfrm>
            <a:off x="5163877" y="1291357"/>
            <a:ext cx="755995" cy="567000"/>
          </a:xfrm>
          <a:prstGeom prst="diamond">
            <a:avLst/>
          </a:prstGeom>
          <a:solidFill>
            <a:schemeClr val="accent2"/>
          </a:solidFill>
          <a:ln w="47625" cmpd="dbl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二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4" name="菱形 63"/>
          <p:cNvSpPr/>
          <p:nvPr userDrawn="1"/>
        </p:nvSpPr>
        <p:spPr>
          <a:xfrm>
            <a:off x="5163877" y="2001089"/>
            <a:ext cx="755995" cy="567000"/>
          </a:xfrm>
          <a:prstGeom prst="diamond">
            <a:avLst/>
          </a:prstGeom>
          <a:solidFill>
            <a:schemeClr val="accent1"/>
          </a:solidFill>
          <a:ln w="47625" cmpd="dbl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三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5" name="菱形 64"/>
          <p:cNvSpPr/>
          <p:nvPr userDrawn="1"/>
        </p:nvSpPr>
        <p:spPr>
          <a:xfrm>
            <a:off x="5163877" y="2710822"/>
            <a:ext cx="755995" cy="567000"/>
          </a:xfrm>
          <a:prstGeom prst="diamond">
            <a:avLst/>
          </a:prstGeom>
          <a:solidFill>
            <a:schemeClr val="accent1"/>
          </a:solidFill>
          <a:ln w="47625" cmpd="dbl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四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6" name="菱形 65"/>
          <p:cNvSpPr/>
          <p:nvPr userDrawn="1"/>
        </p:nvSpPr>
        <p:spPr>
          <a:xfrm>
            <a:off x="5163877" y="3420554"/>
            <a:ext cx="755995" cy="567000"/>
          </a:xfrm>
          <a:prstGeom prst="diamond">
            <a:avLst/>
          </a:prstGeom>
          <a:solidFill>
            <a:schemeClr val="accent1"/>
          </a:solidFill>
          <a:ln w="47625" cmpd="dbl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五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3" name="文本框 22"/>
          <p:cNvSpPr txBox="1"/>
          <p:nvPr userDrawn="1"/>
        </p:nvSpPr>
        <p:spPr>
          <a:xfrm>
            <a:off x="5971150" y="3507847"/>
            <a:ext cx="2160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0344A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项目总结</a:t>
            </a:r>
            <a:endParaRPr kumimoji="0" lang="zh-CN" altLang="en-US" sz="2100" b="1" i="0" u="none" strike="noStrike" kern="1200" cap="none" spc="0" normalizeH="0" baseline="0" noProof="0" dirty="0">
              <a:ln>
                <a:noFill/>
              </a:ln>
              <a:solidFill>
                <a:srgbClr val="0344A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00" name="图片 99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2" y="3278029"/>
            <a:ext cx="3950335" cy="1865471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53"/>
          <p:cNvSpPr txBox="1"/>
          <p:nvPr userDrawn="1"/>
        </p:nvSpPr>
        <p:spPr>
          <a:xfrm>
            <a:off x="-245" y="2747"/>
            <a:ext cx="3951521" cy="5141925"/>
          </a:xfrm>
          <a:prstGeom prst="rect">
            <a:avLst/>
          </a:prstGeom>
          <a:gradFill>
            <a:gsLst>
              <a:gs pos="0">
                <a:schemeClr val="accent1">
                  <a:alpha val="35000"/>
                </a:schemeClr>
              </a:gs>
              <a:gs pos="100000">
                <a:schemeClr val="accent1">
                  <a:alpha val="88000"/>
                </a:schemeClr>
              </a:gs>
            </a:gsLst>
            <a:lin ang="15000000" scaled="0"/>
          </a:gradFill>
        </p:spPr>
        <p:txBody>
          <a:bodyPr wrap="square" rtlCol="0" anchor="ctr">
            <a:norm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600" b="1" i="0" u="none" strike="noStrike" kern="1200" cap="none" spc="225" normalizeH="0" baseline="0" noProof="0">
              <a:ln>
                <a:noFill/>
              </a:ln>
              <a:solidFill>
                <a:srgbClr val="FBFBFB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3" name="组合 2"/>
          <p:cNvGrpSpPr/>
          <p:nvPr userDrawn="1"/>
        </p:nvGrpSpPr>
        <p:grpSpPr>
          <a:xfrm>
            <a:off x="3648978" y="2374978"/>
            <a:ext cx="522627" cy="391970"/>
            <a:chOff x="-80167" y="2468253"/>
            <a:chExt cx="887453" cy="887453"/>
          </a:xfrm>
          <a:solidFill>
            <a:srgbClr val="FBFBFB"/>
          </a:solidFill>
        </p:grpSpPr>
        <p:sp>
          <p:nvSpPr>
            <p:cNvPr id="4" name="直角三角形 3"/>
            <p:cNvSpPr/>
            <p:nvPr userDrawn="1"/>
          </p:nvSpPr>
          <p:spPr>
            <a:xfrm rot="13500000">
              <a:off x="55201" y="2610671"/>
              <a:ext cx="616714" cy="616716"/>
            </a:xfrm>
            <a:prstGeom prst="rtTriangle">
              <a:avLst/>
            </a:prstGeom>
            <a:solidFill>
              <a:srgbClr val="234F97"/>
            </a:solidFill>
            <a:ln w="9525">
              <a:solidFill>
                <a:srgbClr val="234F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5" name="直角三角形 4"/>
            <p:cNvSpPr/>
            <p:nvPr userDrawn="1"/>
          </p:nvSpPr>
          <p:spPr>
            <a:xfrm rot="13500000">
              <a:off x="-80167" y="2468253"/>
              <a:ext cx="887453" cy="887453"/>
            </a:xfrm>
            <a:prstGeom prst="rtTriangle">
              <a:avLst/>
            </a:prstGeom>
            <a:noFill/>
            <a:ln w="9525">
              <a:solidFill>
                <a:srgbClr val="234F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6" name="组合 5"/>
          <p:cNvGrpSpPr/>
          <p:nvPr userDrawn="1"/>
        </p:nvGrpSpPr>
        <p:grpSpPr>
          <a:xfrm>
            <a:off x="616342" y="473919"/>
            <a:ext cx="2112410" cy="1349411"/>
            <a:chOff x="9328770" y="349544"/>
            <a:chExt cx="2112410" cy="1799214"/>
          </a:xfrm>
        </p:grpSpPr>
        <p:sp>
          <p:nvSpPr>
            <p:cNvPr id="8" name="Freeform 5"/>
            <p:cNvSpPr/>
            <p:nvPr userDrawn="1"/>
          </p:nvSpPr>
          <p:spPr bwMode="auto">
            <a:xfrm>
              <a:off x="9328770" y="349544"/>
              <a:ext cx="1929507" cy="1710104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accent1">
                <a:lumMod val="75000"/>
                <a:alpha val="18000"/>
              </a:schemeClr>
            </a:solidFill>
            <a:ln w="15875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100000">
                    <a:schemeClr val="bg1"/>
                  </a:gs>
                </a:gsLst>
                <a:lin ang="2700000" scaled="1"/>
                <a:tileRect/>
              </a:gradFill>
            </a:ln>
            <a:effectLst>
              <a:innerShdw blurRad="114300">
                <a:prstClr val="black"/>
              </a:innerShdw>
            </a:effectLst>
          </p:spPr>
          <p:txBody>
            <a:bodyPr vert="horz" wrap="square" lIns="68580" tIns="34290" rIns="68580" bIns="3429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05A9E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9" name="Freeform 5"/>
            <p:cNvSpPr/>
            <p:nvPr userDrawn="1"/>
          </p:nvSpPr>
          <p:spPr bwMode="auto">
            <a:xfrm>
              <a:off x="9511673" y="438654"/>
              <a:ext cx="1929507" cy="1710104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>
              <a:outerShdw blurRad="266700" dist="203200" dir="678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80" tIns="34290" rIns="68580" bIns="3429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05A9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矩形 9"/>
            <p:cNvSpPr/>
            <p:nvPr userDrawn="1"/>
          </p:nvSpPr>
          <p:spPr>
            <a:xfrm>
              <a:off x="9623003" y="792251"/>
              <a:ext cx="1638756" cy="677078"/>
            </a:xfrm>
            <a:prstGeom prst="rect">
              <a:avLst/>
            </a:prstGeom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wrap="square" lIns="91418" tIns="45709" rIns="91418" bIns="45709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7004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700" b="1" i="0" u="none" strike="noStrike" kern="0" cap="none" spc="0" normalizeH="0" baseline="0" noProof="0" dirty="0">
                  <a:ln>
                    <a:noFill/>
                  </a:ln>
                  <a:solidFill>
                    <a:srgbClr val="114496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目 录</a:t>
              </a:r>
              <a:endParaRPr kumimoji="0" lang="zh-CN" altLang="en-US" sz="2700" b="1" i="0" u="none" strike="noStrike" kern="0" cap="none" spc="0" normalizeH="0" baseline="0" noProof="0" dirty="0">
                <a:ln>
                  <a:noFill/>
                </a:ln>
                <a:solidFill>
                  <a:srgbClr val="114496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2" name="Rectangle 4"/>
            <p:cNvSpPr txBox="1">
              <a:spLocks noChangeArrowheads="1"/>
            </p:cNvSpPr>
            <p:nvPr userDrawn="1"/>
          </p:nvSpPr>
          <p:spPr bwMode="auto">
            <a:xfrm>
              <a:off x="9736399" y="1439461"/>
              <a:ext cx="1480053" cy="380971"/>
            </a:xfrm>
            <a:prstGeom prst="rect">
              <a:avLst/>
            </a:prstGeom>
            <a:noFill/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54" tIns="34277" rIns="68554" bIns="34277" numCol="1" anchor="ctr" anchorCtr="0" compatLnSpc="1"/>
            <a:lstStyle>
              <a:lvl1pPr marL="0" indent="0" algn="ctr">
                <a:buFontTx/>
                <a:buNone/>
                <a:defRPr sz="2000" b="1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latin typeface="+mn-lt"/>
                  <a:ea typeface="仿宋_GB2312" panose="02010609030101010101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latin typeface="+mn-lt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latin typeface="+mn-lt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latin typeface="+mn-lt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9pPr>
            </a:lstStyle>
            <a:p>
              <a:pPr marL="0" marR="0" lvl="0" indent="0" algn="ct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114496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CONTENTS</a:t>
              </a:r>
              <a:endPara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14496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标题幻灯片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菱形 26"/>
          <p:cNvSpPr/>
          <p:nvPr userDrawn="1"/>
        </p:nvSpPr>
        <p:spPr>
          <a:xfrm>
            <a:off x="5163875" y="581624"/>
            <a:ext cx="755995" cy="567000"/>
          </a:xfrm>
          <a:prstGeom prst="diamond">
            <a:avLst/>
          </a:prstGeom>
          <a:solidFill>
            <a:schemeClr val="accent1"/>
          </a:solidFill>
          <a:ln w="47625" cmpd="dbl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一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5" name="文本框 34"/>
          <p:cNvSpPr txBox="1"/>
          <p:nvPr userDrawn="1"/>
        </p:nvSpPr>
        <p:spPr>
          <a:xfrm>
            <a:off x="5971154" y="668916"/>
            <a:ext cx="2160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dist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800" b="1" i="0" u="none" strike="noStrike" cap="none" spc="0" normalizeH="0" baseline="0">
                <a:ln>
                  <a:noFill/>
                </a:ln>
                <a:solidFill>
                  <a:srgbClr val="0344A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dist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100" b="1" i="0" u="none" strike="noStrike" kern="1200" cap="none" spc="0" normalizeH="0" baseline="0" noProof="0">
                <a:ln>
                  <a:noFill/>
                </a:ln>
                <a:solidFill>
                  <a:srgbClr val="0344A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背景与意义</a:t>
            </a:r>
            <a:endParaRPr kumimoji="0" lang="zh-CN" altLang="en-US" sz="2100" b="1" i="0" u="none" strike="noStrike" kern="1200" cap="none" spc="0" normalizeH="0" baseline="0" noProof="0">
              <a:ln>
                <a:noFill/>
              </a:ln>
              <a:solidFill>
                <a:srgbClr val="0344A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9" name="文本框 38"/>
          <p:cNvSpPr txBox="1"/>
          <p:nvPr userDrawn="1"/>
        </p:nvSpPr>
        <p:spPr>
          <a:xfrm>
            <a:off x="5971154" y="1378649"/>
            <a:ext cx="2160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100" b="1" i="0" u="none" strike="noStrike" kern="1200" cap="none" spc="0" normalizeH="0" baseline="0" noProof="0">
                <a:ln>
                  <a:noFill/>
                </a:ln>
                <a:solidFill>
                  <a:srgbClr val="0344A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内容与方案</a:t>
            </a:r>
            <a:endParaRPr kumimoji="0" lang="zh-CN" altLang="en-US" sz="2100" b="1" i="0" u="none" strike="noStrike" kern="1200" cap="none" spc="0" normalizeH="0" baseline="0" noProof="0">
              <a:ln>
                <a:noFill/>
              </a:ln>
              <a:solidFill>
                <a:srgbClr val="0344A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3" name="文本框 42"/>
          <p:cNvSpPr txBox="1"/>
          <p:nvPr userDrawn="1"/>
        </p:nvSpPr>
        <p:spPr>
          <a:xfrm>
            <a:off x="5971154" y="2088382"/>
            <a:ext cx="2160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dist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800" b="1" i="0" u="none" strike="noStrike" cap="none" spc="0" normalizeH="0" baseline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dist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1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创新与成果</a:t>
            </a:r>
            <a:endParaRPr kumimoji="0" lang="zh-CN" altLang="en-US" sz="2100" b="1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0" name="文本框 49"/>
          <p:cNvSpPr txBox="1"/>
          <p:nvPr userDrawn="1"/>
        </p:nvSpPr>
        <p:spPr>
          <a:xfrm>
            <a:off x="5971150" y="2798114"/>
            <a:ext cx="2160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100" b="1" i="0" u="none" strike="noStrike" kern="1200" cap="none" spc="0" normalizeH="0" baseline="0" noProof="0">
                <a:ln>
                  <a:noFill/>
                </a:ln>
                <a:solidFill>
                  <a:srgbClr val="0344A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基础与条件</a:t>
            </a:r>
            <a:endParaRPr kumimoji="0" lang="zh-CN" altLang="en-US" sz="2100" b="1" i="0" u="none" strike="noStrike" kern="1200" cap="none" spc="0" normalizeH="0" baseline="0" noProof="0">
              <a:ln>
                <a:noFill/>
              </a:ln>
              <a:solidFill>
                <a:srgbClr val="0344A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3" name="菱形 62"/>
          <p:cNvSpPr/>
          <p:nvPr userDrawn="1"/>
        </p:nvSpPr>
        <p:spPr>
          <a:xfrm>
            <a:off x="5163877" y="1291357"/>
            <a:ext cx="755995" cy="567000"/>
          </a:xfrm>
          <a:prstGeom prst="diamond">
            <a:avLst/>
          </a:prstGeom>
          <a:solidFill>
            <a:schemeClr val="accent1"/>
          </a:solidFill>
          <a:ln w="47625" cmpd="dbl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二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4" name="菱形 63"/>
          <p:cNvSpPr/>
          <p:nvPr userDrawn="1"/>
        </p:nvSpPr>
        <p:spPr>
          <a:xfrm>
            <a:off x="5163877" y="2001089"/>
            <a:ext cx="755995" cy="567000"/>
          </a:xfrm>
          <a:prstGeom prst="diamond">
            <a:avLst/>
          </a:prstGeom>
          <a:solidFill>
            <a:schemeClr val="accent2"/>
          </a:solidFill>
          <a:ln w="47625" cmpd="dbl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三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5" name="菱形 64"/>
          <p:cNvSpPr/>
          <p:nvPr userDrawn="1"/>
        </p:nvSpPr>
        <p:spPr>
          <a:xfrm>
            <a:off x="5163877" y="2710822"/>
            <a:ext cx="755995" cy="567000"/>
          </a:xfrm>
          <a:prstGeom prst="diamond">
            <a:avLst/>
          </a:prstGeom>
          <a:solidFill>
            <a:schemeClr val="accent1"/>
          </a:solidFill>
          <a:ln w="47625" cmpd="dbl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四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6" name="菱形 65"/>
          <p:cNvSpPr/>
          <p:nvPr userDrawn="1"/>
        </p:nvSpPr>
        <p:spPr>
          <a:xfrm>
            <a:off x="5163877" y="3420554"/>
            <a:ext cx="755995" cy="567000"/>
          </a:xfrm>
          <a:prstGeom prst="diamond">
            <a:avLst/>
          </a:prstGeom>
          <a:solidFill>
            <a:schemeClr val="accent1"/>
          </a:solidFill>
          <a:ln w="47625" cmpd="dbl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五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3" name="文本框 22"/>
          <p:cNvSpPr txBox="1"/>
          <p:nvPr userDrawn="1"/>
        </p:nvSpPr>
        <p:spPr>
          <a:xfrm>
            <a:off x="5919869" y="3507847"/>
            <a:ext cx="2160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0344A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项目总结</a:t>
            </a:r>
            <a:endParaRPr kumimoji="0" lang="zh-CN" altLang="en-US" sz="2100" b="1" i="0" u="none" strike="noStrike" kern="1200" cap="none" spc="0" normalizeH="0" baseline="0" noProof="0" dirty="0">
              <a:ln>
                <a:noFill/>
              </a:ln>
              <a:solidFill>
                <a:srgbClr val="0344A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00" name="图片 99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2" y="3278029"/>
            <a:ext cx="3950335" cy="1865471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53"/>
          <p:cNvSpPr txBox="1"/>
          <p:nvPr userDrawn="1"/>
        </p:nvSpPr>
        <p:spPr>
          <a:xfrm>
            <a:off x="-245" y="2747"/>
            <a:ext cx="3951521" cy="5141925"/>
          </a:xfrm>
          <a:prstGeom prst="rect">
            <a:avLst/>
          </a:prstGeom>
          <a:gradFill>
            <a:gsLst>
              <a:gs pos="0">
                <a:schemeClr val="accent1">
                  <a:alpha val="35000"/>
                </a:schemeClr>
              </a:gs>
              <a:gs pos="100000">
                <a:schemeClr val="accent1">
                  <a:alpha val="88000"/>
                </a:schemeClr>
              </a:gs>
            </a:gsLst>
            <a:lin ang="15000000" scaled="0"/>
          </a:gradFill>
        </p:spPr>
        <p:txBody>
          <a:bodyPr wrap="square" rtlCol="0" anchor="ctr">
            <a:norm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600" b="1" i="0" u="none" strike="noStrike" kern="1200" cap="none" spc="225" normalizeH="0" baseline="0" noProof="0">
              <a:ln>
                <a:noFill/>
              </a:ln>
              <a:solidFill>
                <a:srgbClr val="FBFBFB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3" name="组合 2"/>
          <p:cNvGrpSpPr/>
          <p:nvPr userDrawn="1"/>
        </p:nvGrpSpPr>
        <p:grpSpPr>
          <a:xfrm>
            <a:off x="3648978" y="2374978"/>
            <a:ext cx="522627" cy="391970"/>
            <a:chOff x="-80167" y="2468253"/>
            <a:chExt cx="887453" cy="887453"/>
          </a:xfrm>
          <a:solidFill>
            <a:srgbClr val="FBFBFB"/>
          </a:solidFill>
        </p:grpSpPr>
        <p:sp>
          <p:nvSpPr>
            <p:cNvPr id="4" name="直角三角形 3"/>
            <p:cNvSpPr/>
            <p:nvPr userDrawn="1"/>
          </p:nvSpPr>
          <p:spPr>
            <a:xfrm rot="13500000">
              <a:off x="55201" y="2610671"/>
              <a:ext cx="616714" cy="616716"/>
            </a:xfrm>
            <a:prstGeom prst="rtTriangle">
              <a:avLst/>
            </a:prstGeom>
            <a:solidFill>
              <a:srgbClr val="234F97"/>
            </a:solidFill>
            <a:ln w="9525">
              <a:solidFill>
                <a:srgbClr val="234F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5" name="直角三角形 4"/>
            <p:cNvSpPr/>
            <p:nvPr userDrawn="1"/>
          </p:nvSpPr>
          <p:spPr>
            <a:xfrm rot="13500000">
              <a:off x="-80167" y="2468253"/>
              <a:ext cx="887453" cy="887453"/>
            </a:xfrm>
            <a:prstGeom prst="rtTriangle">
              <a:avLst/>
            </a:prstGeom>
            <a:noFill/>
            <a:ln w="9525">
              <a:solidFill>
                <a:srgbClr val="234F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6" name="组合 5"/>
          <p:cNvGrpSpPr/>
          <p:nvPr userDrawn="1"/>
        </p:nvGrpSpPr>
        <p:grpSpPr>
          <a:xfrm>
            <a:off x="616342" y="473919"/>
            <a:ext cx="2112410" cy="1349411"/>
            <a:chOff x="9328770" y="349544"/>
            <a:chExt cx="2112410" cy="1799214"/>
          </a:xfrm>
        </p:grpSpPr>
        <p:sp>
          <p:nvSpPr>
            <p:cNvPr id="8" name="Freeform 5"/>
            <p:cNvSpPr/>
            <p:nvPr userDrawn="1"/>
          </p:nvSpPr>
          <p:spPr bwMode="auto">
            <a:xfrm>
              <a:off x="9328770" y="349544"/>
              <a:ext cx="1929507" cy="1710104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accent1">
                <a:lumMod val="75000"/>
                <a:alpha val="18000"/>
              </a:schemeClr>
            </a:solidFill>
            <a:ln w="15875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100000">
                    <a:schemeClr val="bg1"/>
                  </a:gs>
                </a:gsLst>
                <a:lin ang="2700000" scaled="1"/>
                <a:tileRect/>
              </a:gradFill>
            </a:ln>
            <a:effectLst>
              <a:innerShdw blurRad="114300">
                <a:prstClr val="black"/>
              </a:innerShdw>
            </a:effectLst>
          </p:spPr>
          <p:txBody>
            <a:bodyPr vert="horz" wrap="square" lIns="68580" tIns="34290" rIns="68580" bIns="3429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05A9E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9" name="Freeform 5"/>
            <p:cNvSpPr/>
            <p:nvPr userDrawn="1"/>
          </p:nvSpPr>
          <p:spPr bwMode="auto">
            <a:xfrm>
              <a:off x="9511673" y="438654"/>
              <a:ext cx="1929507" cy="1710104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>
              <a:outerShdw blurRad="266700" dist="203200" dir="678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80" tIns="34290" rIns="68580" bIns="3429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05A9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矩形 9"/>
            <p:cNvSpPr/>
            <p:nvPr userDrawn="1"/>
          </p:nvSpPr>
          <p:spPr>
            <a:xfrm>
              <a:off x="9623003" y="792251"/>
              <a:ext cx="1638756" cy="677078"/>
            </a:xfrm>
            <a:prstGeom prst="rect">
              <a:avLst/>
            </a:prstGeom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wrap="square" lIns="91418" tIns="45709" rIns="91418" bIns="45709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7004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700" b="1" i="0" u="none" strike="noStrike" kern="0" cap="none" spc="0" normalizeH="0" baseline="0" noProof="0" dirty="0">
                  <a:ln>
                    <a:noFill/>
                  </a:ln>
                  <a:solidFill>
                    <a:srgbClr val="114496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目 录</a:t>
              </a:r>
              <a:endParaRPr kumimoji="0" lang="zh-CN" altLang="en-US" sz="2700" b="1" i="0" u="none" strike="noStrike" kern="0" cap="none" spc="0" normalizeH="0" baseline="0" noProof="0" dirty="0">
                <a:ln>
                  <a:noFill/>
                </a:ln>
                <a:solidFill>
                  <a:srgbClr val="114496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2" name="Rectangle 4"/>
            <p:cNvSpPr txBox="1">
              <a:spLocks noChangeArrowheads="1"/>
            </p:cNvSpPr>
            <p:nvPr userDrawn="1"/>
          </p:nvSpPr>
          <p:spPr bwMode="auto">
            <a:xfrm>
              <a:off x="9736399" y="1439461"/>
              <a:ext cx="1480053" cy="380971"/>
            </a:xfrm>
            <a:prstGeom prst="rect">
              <a:avLst/>
            </a:prstGeom>
            <a:noFill/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54" tIns="34277" rIns="68554" bIns="34277" numCol="1" anchor="ctr" anchorCtr="0" compatLnSpc="1"/>
            <a:lstStyle>
              <a:lvl1pPr marL="0" indent="0" algn="ctr">
                <a:buFontTx/>
                <a:buNone/>
                <a:defRPr sz="2000" b="1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latin typeface="+mn-lt"/>
                  <a:ea typeface="仿宋_GB2312" panose="02010609030101010101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latin typeface="+mn-lt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latin typeface="+mn-lt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latin typeface="+mn-lt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9pPr>
            </a:lstStyle>
            <a:p>
              <a:pPr marL="0" marR="0" lvl="0" indent="0" algn="ct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114496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CONTENTS</a:t>
              </a:r>
              <a:endPara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14496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标题幻灯片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菱形 26"/>
          <p:cNvSpPr/>
          <p:nvPr userDrawn="1"/>
        </p:nvSpPr>
        <p:spPr>
          <a:xfrm>
            <a:off x="5163875" y="581624"/>
            <a:ext cx="755995" cy="567000"/>
          </a:xfrm>
          <a:prstGeom prst="diamond">
            <a:avLst/>
          </a:prstGeom>
          <a:solidFill>
            <a:schemeClr val="accent1"/>
          </a:solidFill>
          <a:ln w="47625" cmpd="dbl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一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5" name="文本框 34"/>
          <p:cNvSpPr txBox="1"/>
          <p:nvPr userDrawn="1"/>
        </p:nvSpPr>
        <p:spPr>
          <a:xfrm>
            <a:off x="5971154" y="668916"/>
            <a:ext cx="2160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dist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800" b="1" i="0" u="none" strike="noStrike" cap="none" spc="0" normalizeH="0" baseline="0">
                <a:ln>
                  <a:noFill/>
                </a:ln>
                <a:solidFill>
                  <a:srgbClr val="0344A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dist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100" b="1" i="0" u="none" strike="noStrike" kern="1200" cap="none" spc="0" normalizeH="0" baseline="0" noProof="0">
                <a:ln>
                  <a:noFill/>
                </a:ln>
                <a:solidFill>
                  <a:srgbClr val="0344A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背景与意义</a:t>
            </a:r>
            <a:endParaRPr kumimoji="0" lang="zh-CN" altLang="en-US" sz="2100" b="1" i="0" u="none" strike="noStrike" kern="1200" cap="none" spc="0" normalizeH="0" baseline="0" noProof="0">
              <a:ln>
                <a:noFill/>
              </a:ln>
              <a:solidFill>
                <a:srgbClr val="0344A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9" name="文本框 38"/>
          <p:cNvSpPr txBox="1"/>
          <p:nvPr userDrawn="1"/>
        </p:nvSpPr>
        <p:spPr>
          <a:xfrm>
            <a:off x="5971154" y="1378649"/>
            <a:ext cx="2160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100" b="1" i="0" u="none" strike="noStrike" kern="1200" cap="none" spc="0" normalizeH="0" baseline="0" noProof="0">
                <a:ln>
                  <a:noFill/>
                </a:ln>
                <a:solidFill>
                  <a:srgbClr val="0344A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内容与方案</a:t>
            </a:r>
            <a:endParaRPr kumimoji="0" lang="zh-CN" altLang="en-US" sz="2100" b="1" i="0" u="none" strike="noStrike" kern="1200" cap="none" spc="0" normalizeH="0" baseline="0" noProof="0">
              <a:ln>
                <a:noFill/>
              </a:ln>
              <a:solidFill>
                <a:srgbClr val="0344A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3" name="文本框 42"/>
          <p:cNvSpPr txBox="1"/>
          <p:nvPr userDrawn="1"/>
        </p:nvSpPr>
        <p:spPr>
          <a:xfrm>
            <a:off x="5971154" y="2088382"/>
            <a:ext cx="2160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100" b="1" i="0" u="none" strike="noStrike" kern="1200" cap="none" spc="0" normalizeH="0" baseline="0" noProof="0">
                <a:ln>
                  <a:noFill/>
                </a:ln>
                <a:solidFill>
                  <a:srgbClr val="0344A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创新与成果</a:t>
            </a:r>
            <a:endParaRPr kumimoji="0" lang="zh-CN" altLang="en-US" sz="2100" b="1" i="0" u="none" strike="noStrike" kern="1200" cap="none" spc="0" normalizeH="0" baseline="0" noProof="0">
              <a:ln>
                <a:noFill/>
              </a:ln>
              <a:solidFill>
                <a:srgbClr val="0344A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0" name="文本框 49"/>
          <p:cNvSpPr txBox="1"/>
          <p:nvPr userDrawn="1"/>
        </p:nvSpPr>
        <p:spPr>
          <a:xfrm>
            <a:off x="5971150" y="2798114"/>
            <a:ext cx="2160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dist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800" b="1" i="0" u="none" strike="noStrike" cap="none" spc="0" normalizeH="0" baseline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dist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1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基础与条件</a:t>
            </a:r>
            <a:endParaRPr kumimoji="0" lang="zh-CN" altLang="en-US" sz="2100" b="1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3" name="菱形 62"/>
          <p:cNvSpPr/>
          <p:nvPr userDrawn="1"/>
        </p:nvSpPr>
        <p:spPr>
          <a:xfrm>
            <a:off x="5163877" y="1291357"/>
            <a:ext cx="755995" cy="567000"/>
          </a:xfrm>
          <a:prstGeom prst="diamond">
            <a:avLst/>
          </a:prstGeom>
          <a:solidFill>
            <a:schemeClr val="accent1"/>
          </a:solidFill>
          <a:ln w="47625" cmpd="dbl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二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4" name="菱形 63"/>
          <p:cNvSpPr/>
          <p:nvPr userDrawn="1"/>
        </p:nvSpPr>
        <p:spPr>
          <a:xfrm>
            <a:off x="5163877" y="2001089"/>
            <a:ext cx="755995" cy="567000"/>
          </a:xfrm>
          <a:prstGeom prst="diamond">
            <a:avLst/>
          </a:prstGeom>
          <a:solidFill>
            <a:schemeClr val="accent1"/>
          </a:solidFill>
          <a:ln w="47625" cmpd="dbl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三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5" name="菱形 64"/>
          <p:cNvSpPr/>
          <p:nvPr userDrawn="1"/>
        </p:nvSpPr>
        <p:spPr>
          <a:xfrm>
            <a:off x="5163877" y="2710822"/>
            <a:ext cx="755995" cy="567000"/>
          </a:xfrm>
          <a:prstGeom prst="diamond">
            <a:avLst/>
          </a:prstGeom>
          <a:solidFill>
            <a:schemeClr val="accent2"/>
          </a:solidFill>
          <a:ln w="47625" cmpd="dbl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四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6" name="菱形 65"/>
          <p:cNvSpPr/>
          <p:nvPr userDrawn="1"/>
        </p:nvSpPr>
        <p:spPr>
          <a:xfrm>
            <a:off x="5163877" y="3420554"/>
            <a:ext cx="755995" cy="567000"/>
          </a:xfrm>
          <a:prstGeom prst="diamond">
            <a:avLst/>
          </a:prstGeom>
          <a:solidFill>
            <a:schemeClr val="accent1"/>
          </a:solidFill>
          <a:ln w="47625" cmpd="dbl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五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3" name="文本框 22"/>
          <p:cNvSpPr txBox="1"/>
          <p:nvPr userDrawn="1"/>
        </p:nvSpPr>
        <p:spPr>
          <a:xfrm>
            <a:off x="5919869" y="3507847"/>
            <a:ext cx="2160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100" b="1" i="0" u="none" strike="noStrike" kern="1200" cap="none" spc="0" normalizeH="0" baseline="0" noProof="0">
                <a:ln>
                  <a:noFill/>
                </a:ln>
                <a:solidFill>
                  <a:srgbClr val="0344A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项目总结</a:t>
            </a:r>
            <a:endParaRPr kumimoji="0" lang="zh-CN" altLang="en-US" sz="2100" b="1" i="0" u="none" strike="noStrike" kern="1200" cap="none" spc="0" normalizeH="0" baseline="0" noProof="0">
              <a:ln>
                <a:noFill/>
              </a:ln>
              <a:solidFill>
                <a:srgbClr val="0344A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00" name="图片 99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2" y="3278029"/>
            <a:ext cx="3950335" cy="1865471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53"/>
          <p:cNvSpPr txBox="1"/>
          <p:nvPr userDrawn="1"/>
        </p:nvSpPr>
        <p:spPr>
          <a:xfrm>
            <a:off x="-245" y="2747"/>
            <a:ext cx="3951521" cy="5141925"/>
          </a:xfrm>
          <a:prstGeom prst="rect">
            <a:avLst/>
          </a:prstGeom>
          <a:gradFill>
            <a:gsLst>
              <a:gs pos="0">
                <a:schemeClr val="accent1">
                  <a:alpha val="35000"/>
                </a:schemeClr>
              </a:gs>
              <a:gs pos="100000">
                <a:schemeClr val="accent1">
                  <a:alpha val="88000"/>
                </a:schemeClr>
              </a:gs>
            </a:gsLst>
            <a:lin ang="15000000" scaled="0"/>
          </a:gradFill>
        </p:spPr>
        <p:txBody>
          <a:bodyPr wrap="square" rtlCol="0" anchor="ctr">
            <a:norm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600" b="1" i="0" u="none" strike="noStrike" kern="1200" cap="none" spc="225" normalizeH="0" baseline="0" noProof="0">
              <a:ln>
                <a:noFill/>
              </a:ln>
              <a:solidFill>
                <a:srgbClr val="FBFBFB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3" name="组合 2"/>
          <p:cNvGrpSpPr/>
          <p:nvPr userDrawn="1"/>
        </p:nvGrpSpPr>
        <p:grpSpPr>
          <a:xfrm>
            <a:off x="3648978" y="2374978"/>
            <a:ext cx="522627" cy="391970"/>
            <a:chOff x="-80167" y="2468253"/>
            <a:chExt cx="887453" cy="887453"/>
          </a:xfrm>
          <a:solidFill>
            <a:srgbClr val="FBFBFB"/>
          </a:solidFill>
        </p:grpSpPr>
        <p:sp>
          <p:nvSpPr>
            <p:cNvPr id="4" name="直角三角形 3"/>
            <p:cNvSpPr/>
            <p:nvPr userDrawn="1"/>
          </p:nvSpPr>
          <p:spPr>
            <a:xfrm rot="13500000">
              <a:off x="55201" y="2610671"/>
              <a:ext cx="616714" cy="616716"/>
            </a:xfrm>
            <a:prstGeom prst="rtTriangle">
              <a:avLst/>
            </a:prstGeom>
            <a:solidFill>
              <a:srgbClr val="234F97"/>
            </a:solidFill>
            <a:ln w="9525">
              <a:solidFill>
                <a:srgbClr val="234F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5" name="直角三角形 4"/>
            <p:cNvSpPr/>
            <p:nvPr userDrawn="1"/>
          </p:nvSpPr>
          <p:spPr>
            <a:xfrm rot="13500000">
              <a:off x="-80167" y="2468253"/>
              <a:ext cx="887453" cy="887453"/>
            </a:xfrm>
            <a:prstGeom prst="rtTriangle">
              <a:avLst/>
            </a:prstGeom>
            <a:noFill/>
            <a:ln w="9525">
              <a:solidFill>
                <a:srgbClr val="234F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6" name="组合 5"/>
          <p:cNvGrpSpPr/>
          <p:nvPr userDrawn="1"/>
        </p:nvGrpSpPr>
        <p:grpSpPr>
          <a:xfrm>
            <a:off x="616342" y="473919"/>
            <a:ext cx="2112410" cy="1349411"/>
            <a:chOff x="9328770" y="349544"/>
            <a:chExt cx="2112410" cy="1799214"/>
          </a:xfrm>
        </p:grpSpPr>
        <p:sp>
          <p:nvSpPr>
            <p:cNvPr id="8" name="Freeform 5"/>
            <p:cNvSpPr/>
            <p:nvPr userDrawn="1"/>
          </p:nvSpPr>
          <p:spPr bwMode="auto">
            <a:xfrm>
              <a:off x="9328770" y="349544"/>
              <a:ext cx="1929507" cy="1710104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accent1">
                <a:lumMod val="75000"/>
                <a:alpha val="18000"/>
              </a:schemeClr>
            </a:solidFill>
            <a:ln w="15875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100000">
                    <a:schemeClr val="bg1"/>
                  </a:gs>
                </a:gsLst>
                <a:lin ang="2700000" scaled="1"/>
                <a:tileRect/>
              </a:gradFill>
            </a:ln>
            <a:effectLst>
              <a:innerShdw blurRad="114300">
                <a:prstClr val="black"/>
              </a:innerShdw>
            </a:effectLst>
          </p:spPr>
          <p:txBody>
            <a:bodyPr vert="horz" wrap="square" lIns="68580" tIns="34290" rIns="68580" bIns="3429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05A9E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9" name="Freeform 5"/>
            <p:cNvSpPr/>
            <p:nvPr userDrawn="1"/>
          </p:nvSpPr>
          <p:spPr bwMode="auto">
            <a:xfrm>
              <a:off x="9511673" y="438654"/>
              <a:ext cx="1929507" cy="1710104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>
              <a:outerShdw blurRad="266700" dist="203200" dir="678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80" tIns="34290" rIns="68580" bIns="3429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05A9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矩形 9"/>
            <p:cNvSpPr/>
            <p:nvPr userDrawn="1"/>
          </p:nvSpPr>
          <p:spPr>
            <a:xfrm>
              <a:off x="9623003" y="792251"/>
              <a:ext cx="1638756" cy="677078"/>
            </a:xfrm>
            <a:prstGeom prst="rect">
              <a:avLst/>
            </a:prstGeom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wrap="square" lIns="91418" tIns="45709" rIns="91418" bIns="45709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7004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700" b="1" i="0" u="none" strike="noStrike" kern="0" cap="none" spc="0" normalizeH="0" baseline="0" noProof="0" dirty="0">
                  <a:ln>
                    <a:noFill/>
                  </a:ln>
                  <a:solidFill>
                    <a:srgbClr val="114496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目 录</a:t>
              </a:r>
              <a:endParaRPr kumimoji="0" lang="zh-CN" altLang="en-US" sz="2700" b="1" i="0" u="none" strike="noStrike" kern="0" cap="none" spc="0" normalizeH="0" baseline="0" noProof="0" dirty="0">
                <a:ln>
                  <a:noFill/>
                </a:ln>
                <a:solidFill>
                  <a:srgbClr val="114496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2" name="Rectangle 4"/>
            <p:cNvSpPr txBox="1">
              <a:spLocks noChangeArrowheads="1"/>
            </p:cNvSpPr>
            <p:nvPr userDrawn="1"/>
          </p:nvSpPr>
          <p:spPr bwMode="auto">
            <a:xfrm>
              <a:off x="9736399" y="1439461"/>
              <a:ext cx="1480053" cy="380971"/>
            </a:xfrm>
            <a:prstGeom prst="rect">
              <a:avLst/>
            </a:prstGeom>
            <a:noFill/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54" tIns="34277" rIns="68554" bIns="34277" numCol="1" anchor="ctr" anchorCtr="0" compatLnSpc="1"/>
            <a:lstStyle>
              <a:lvl1pPr marL="0" indent="0" algn="ctr">
                <a:buFontTx/>
                <a:buNone/>
                <a:defRPr sz="2000" b="1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latin typeface="+mn-lt"/>
                  <a:ea typeface="仿宋_GB2312" panose="02010609030101010101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latin typeface="+mn-lt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latin typeface="+mn-lt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latin typeface="+mn-lt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9pPr>
            </a:lstStyle>
            <a:p>
              <a:pPr marL="0" marR="0" lvl="0" indent="0" algn="ct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114496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CONTENTS</a:t>
              </a:r>
              <a:endPara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14496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标题幻灯片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菱形 26"/>
          <p:cNvSpPr/>
          <p:nvPr userDrawn="1"/>
        </p:nvSpPr>
        <p:spPr>
          <a:xfrm>
            <a:off x="5163875" y="581624"/>
            <a:ext cx="755995" cy="567000"/>
          </a:xfrm>
          <a:prstGeom prst="diamond">
            <a:avLst/>
          </a:prstGeom>
          <a:solidFill>
            <a:schemeClr val="accent1"/>
          </a:solidFill>
          <a:ln w="47625" cmpd="dbl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一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5" name="文本框 34"/>
          <p:cNvSpPr txBox="1"/>
          <p:nvPr userDrawn="1"/>
        </p:nvSpPr>
        <p:spPr>
          <a:xfrm>
            <a:off x="5971154" y="668916"/>
            <a:ext cx="2160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dist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800" b="1" i="0" u="none" strike="noStrike" cap="none" spc="0" normalizeH="0" baseline="0">
                <a:ln>
                  <a:noFill/>
                </a:ln>
                <a:solidFill>
                  <a:srgbClr val="0344A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dist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100" b="1" i="0" u="none" strike="noStrike" kern="1200" cap="none" spc="0" normalizeH="0" baseline="0" noProof="0">
                <a:ln>
                  <a:noFill/>
                </a:ln>
                <a:solidFill>
                  <a:srgbClr val="0344A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背景与意义</a:t>
            </a:r>
            <a:endParaRPr kumimoji="0" lang="zh-CN" altLang="en-US" sz="2100" b="1" i="0" u="none" strike="noStrike" kern="1200" cap="none" spc="0" normalizeH="0" baseline="0" noProof="0">
              <a:ln>
                <a:noFill/>
              </a:ln>
              <a:solidFill>
                <a:srgbClr val="0344A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9" name="文本框 38"/>
          <p:cNvSpPr txBox="1"/>
          <p:nvPr userDrawn="1"/>
        </p:nvSpPr>
        <p:spPr>
          <a:xfrm>
            <a:off x="5971154" y="1378649"/>
            <a:ext cx="2160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100" b="1" i="0" u="none" strike="noStrike" kern="1200" cap="none" spc="0" normalizeH="0" baseline="0" noProof="0">
                <a:ln>
                  <a:noFill/>
                </a:ln>
                <a:solidFill>
                  <a:srgbClr val="0344A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内容与方案</a:t>
            </a:r>
            <a:endParaRPr kumimoji="0" lang="zh-CN" altLang="en-US" sz="2100" b="1" i="0" u="none" strike="noStrike" kern="1200" cap="none" spc="0" normalizeH="0" baseline="0" noProof="0">
              <a:ln>
                <a:noFill/>
              </a:ln>
              <a:solidFill>
                <a:srgbClr val="0344A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3" name="文本框 42"/>
          <p:cNvSpPr txBox="1"/>
          <p:nvPr userDrawn="1"/>
        </p:nvSpPr>
        <p:spPr>
          <a:xfrm>
            <a:off x="5971154" y="2088382"/>
            <a:ext cx="2160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100" b="1" i="0" u="none" strike="noStrike" kern="1200" cap="none" spc="0" normalizeH="0" baseline="0" noProof="0">
                <a:ln>
                  <a:noFill/>
                </a:ln>
                <a:solidFill>
                  <a:srgbClr val="0344A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创新与成果</a:t>
            </a:r>
            <a:endParaRPr kumimoji="0" lang="zh-CN" altLang="en-US" sz="2100" b="1" i="0" u="none" strike="noStrike" kern="1200" cap="none" spc="0" normalizeH="0" baseline="0" noProof="0">
              <a:ln>
                <a:noFill/>
              </a:ln>
              <a:solidFill>
                <a:srgbClr val="0344A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0" name="文本框 49"/>
          <p:cNvSpPr txBox="1"/>
          <p:nvPr userDrawn="1"/>
        </p:nvSpPr>
        <p:spPr>
          <a:xfrm>
            <a:off x="5971150" y="2798114"/>
            <a:ext cx="2160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100" b="1" i="0" u="none" strike="noStrike" kern="1200" cap="none" spc="0" normalizeH="0" baseline="0" noProof="0">
                <a:ln>
                  <a:noFill/>
                </a:ln>
                <a:solidFill>
                  <a:srgbClr val="0344A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基础与条件</a:t>
            </a:r>
            <a:endParaRPr kumimoji="0" lang="zh-CN" altLang="en-US" sz="2100" b="1" i="0" u="none" strike="noStrike" kern="1200" cap="none" spc="0" normalizeH="0" baseline="0" noProof="0">
              <a:ln>
                <a:noFill/>
              </a:ln>
              <a:solidFill>
                <a:srgbClr val="0344A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3" name="菱形 62"/>
          <p:cNvSpPr/>
          <p:nvPr userDrawn="1"/>
        </p:nvSpPr>
        <p:spPr>
          <a:xfrm>
            <a:off x="5163877" y="1291357"/>
            <a:ext cx="755995" cy="567000"/>
          </a:xfrm>
          <a:prstGeom prst="diamond">
            <a:avLst/>
          </a:prstGeom>
          <a:solidFill>
            <a:schemeClr val="accent1"/>
          </a:solidFill>
          <a:ln w="47625" cmpd="dbl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二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4" name="菱形 63"/>
          <p:cNvSpPr/>
          <p:nvPr userDrawn="1"/>
        </p:nvSpPr>
        <p:spPr>
          <a:xfrm>
            <a:off x="5163877" y="2001089"/>
            <a:ext cx="755995" cy="567000"/>
          </a:xfrm>
          <a:prstGeom prst="diamond">
            <a:avLst/>
          </a:prstGeom>
          <a:solidFill>
            <a:schemeClr val="accent1"/>
          </a:solidFill>
          <a:ln w="47625" cmpd="dbl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三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5" name="菱形 64"/>
          <p:cNvSpPr/>
          <p:nvPr userDrawn="1"/>
        </p:nvSpPr>
        <p:spPr>
          <a:xfrm>
            <a:off x="5163877" y="2710822"/>
            <a:ext cx="755995" cy="567000"/>
          </a:xfrm>
          <a:prstGeom prst="diamond">
            <a:avLst/>
          </a:prstGeom>
          <a:solidFill>
            <a:schemeClr val="accent1"/>
          </a:solidFill>
          <a:ln w="47625" cmpd="dbl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四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6" name="菱形 65"/>
          <p:cNvSpPr/>
          <p:nvPr userDrawn="1"/>
        </p:nvSpPr>
        <p:spPr>
          <a:xfrm>
            <a:off x="5163877" y="3420554"/>
            <a:ext cx="755995" cy="567000"/>
          </a:xfrm>
          <a:prstGeom prst="diamond">
            <a:avLst/>
          </a:prstGeom>
          <a:solidFill>
            <a:schemeClr val="accent2"/>
          </a:solidFill>
          <a:ln w="47625" cmpd="dbl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五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3" name="文本框 22"/>
          <p:cNvSpPr txBox="1"/>
          <p:nvPr userDrawn="1"/>
        </p:nvSpPr>
        <p:spPr>
          <a:xfrm>
            <a:off x="5971150" y="3507847"/>
            <a:ext cx="2160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项目总结</a:t>
            </a:r>
            <a:endParaRPr kumimoji="0" lang="zh-CN" altLang="en-US" sz="21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00" name="图片 99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2" y="3278029"/>
            <a:ext cx="3950335" cy="1865471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53"/>
          <p:cNvSpPr txBox="1"/>
          <p:nvPr userDrawn="1"/>
        </p:nvSpPr>
        <p:spPr>
          <a:xfrm>
            <a:off x="-245" y="2747"/>
            <a:ext cx="3951521" cy="5141925"/>
          </a:xfrm>
          <a:prstGeom prst="rect">
            <a:avLst/>
          </a:prstGeom>
          <a:gradFill>
            <a:gsLst>
              <a:gs pos="0">
                <a:schemeClr val="accent1">
                  <a:alpha val="35000"/>
                </a:schemeClr>
              </a:gs>
              <a:gs pos="100000">
                <a:schemeClr val="accent1">
                  <a:alpha val="88000"/>
                </a:schemeClr>
              </a:gs>
            </a:gsLst>
            <a:lin ang="15000000" scaled="0"/>
          </a:gradFill>
        </p:spPr>
        <p:txBody>
          <a:bodyPr wrap="square" rtlCol="0" anchor="ctr">
            <a:norm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600" b="1" i="0" u="none" strike="noStrike" kern="1200" cap="none" spc="225" normalizeH="0" baseline="0" noProof="0">
              <a:ln>
                <a:noFill/>
              </a:ln>
              <a:solidFill>
                <a:srgbClr val="FBFBFB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3" name="组合 2"/>
          <p:cNvGrpSpPr/>
          <p:nvPr userDrawn="1"/>
        </p:nvGrpSpPr>
        <p:grpSpPr>
          <a:xfrm>
            <a:off x="3648978" y="2374978"/>
            <a:ext cx="522627" cy="391970"/>
            <a:chOff x="-80167" y="2468253"/>
            <a:chExt cx="887453" cy="887453"/>
          </a:xfrm>
          <a:solidFill>
            <a:srgbClr val="FBFBFB"/>
          </a:solidFill>
        </p:grpSpPr>
        <p:sp>
          <p:nvSpPr>
            <p:cNvPr id="4" name="直角三角形 3"/>
            <p:cNvSpPr/>
            <p:nvPr userDrawn="1"/>
          </p:nvSpPr>
          <p:spPr>
            <a:xfrm rot="13500000">
              <a:off x="55201" y="2610671"/>
              <a:ext cx="616714" cy="616716"/>
            </a:xfrm>
            <a:prstGeom prst="rtTriangle">
              <a:avLst/>
            </a:prstGeom>
            <a:solidFill>
              <a:srgbClr val="234F97"/>
            </a:solidFill>
            <a:ln w="9525">
              <a:solidFill>
                <a:srgbClr val="234F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5" name="直角三角形 4"/>
            <p:cNvSpPr/>
            <p:nvPr userDrawn="1"/>
          </p:nvSpPr>
          <p:spPr>
            <a:xfrm rot="13500000">
              <a:off x="-80167" y="2468253"/>
              <a:ext cx="887453" cy="887453"/>
            </a:xfrm>
            <a:prstGeom prst="rtTriangle">
              <a:avLst/>
            </a:prstGeom>
            <a:noFill/>
            <a:ln w="9525">
              <a:solidFill>
                <a:srgbClr val="234F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6" name="组合 5"/>
          <p:cNvGrpSpPr/>
          <p:nvPr userDrawn="1"/>
        </p:nvGrpSpPr>
        <p:grpSpPr>
          <a:xfrm>
            <a:off x="616342" y="473919"/>
            <a:ext cx="2112410" cy="1349411"/>
            <a:chOff x="9328770" y="349544"/>
            <a:chExt cx="2112410" cy="1799214"/>
          </a:xfrm>
        </p:grpSpPr>
        <p:sp>
          <p:nvSpPr>
            <p:cNvPr id="8" name="Freeform 5"/>
            <p:cNvSpPr/>
            <p:nvPr userDrawn="1"/>
          </p:nvSpPr>
          <p:spPr bwMode="auto">
            <a:xfrm>
              <a:off x="9328770" y="349544"/>
              <a:ext cx="1929507" cy="1710104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accent1">
                <a:lumMod val="75000"/>
                <a:alpha val="18000"/>
              </a:schemeClr>
            </a:solidFill>
            <a:ln w="15875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100000">
                    <a:schemeClr val="bg1"/>
                  </a:gs>
                </a:gsLst>
                <a:lin ang="2700000" scaled="1"/>
                <a:tileRect/>
              </a:gradFill>
            </a:ln>
            <a:effectLst>
              <a:innerShdw blurRad="114300">
                <a:prstClr val="black"/>
              </a:innerShdw>
            </a:effectLst>
          </p:spPr>
          <p:txBody>
            <a:bodyPr vert="horz" wrap="square" lIns="68580" tIns="34290" rIns="68580" bIns="3429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05A9E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9" name="Freeform 5"/>
            <p:cNvSpPr/>
            <p:nvPr userDrawn="1"/>
          </p:nvSpPr>
          <p:spPr bwMode="auto">
            <a:xfrm>
              <a:off x="9511673" y="438654"/>
              <a:ext cx="1929507" cy="1710104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>
              <a:outerShdw blurRad="266700" dist="203200" dir="678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80" tIns="34290" rIns="68580" bIns="3429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05A9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矩形 9"/>
            <p:cNvSpPr/>
            <p:nvPr userDrawn="1"/>
          </p:nvSpPr>
          <p:spPr>
            <a:xfrm>
              <a:off x="9623003" y="792251"/>
              <a:ext cx="1638756" cy="677078"/>
            </a:xfrm>
            <a:prstGeom prst="rect">
              <a:avLst/>
            </a:prstGeom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wrap="square" lIns="91418" tIns="45709" rIns="91418" bIns="45709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7004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700" b="1" i="0" u="none" strike="noStrike" kern="0" cap="none" spc="0" normalizeH="0" baseline="0" noProof="0" dirty="0">
                  <a:ln>
                    <a:noFill/>
                  </a:ln>
                  <a:solidFill>
                    <a:srgbClr val="114496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目 录</a:t>
              </a:r>
              <a:endParaRPr kumimoji="0" lang="zh-CN" altLang="en-US" sz="2700" b="1" i="0" u="none" strike="noStrike" kern="0" cap="none" spc="0" normalizeH="0" baseline="0" noProof="0" dirty="0">
                <a:ln>
                  <a:noFill/>
                </a:ln>
                <a:solidFill>
                  <a:srgbClr val="114496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2" name="Rectangle 4"/>
            <p:cNvSpPr txBox="1">
              <a:spLocks noChangeArrowheads="1"/>
            </p:cNvSpPr>
            <p:nvPr userDrawn="1"/>
          </p:nvSpPr>
          <p:spPr bwMode="auto">
            <a:xfrm>
              <a:off x="9736399" y="1439461"/>
              <a:ext cx="1480053" cy="380971"/>
            </a:xfrm>
            <a:prstGeom prst="rect">
              <a:avLst/>
            </a:prstGeom>
            <a:noFill/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54" tIns="34277" rIns="68554" bIns="34277" numCol="1" anchor="ctr" anchorCtr="0" compatLnSpc="1"/>
            <a:lstStyle>
              <a:lvl1pPr marL="0" indent="0" algn="ctr">
                <a:buFontTx/>
                <a:buNone/>
                <a:defRPr sz="2000" b="1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latin typeface="+mn-lt"/>
                  <a:ea typeface="仿宋_GB2312" panose="02010609030101010101" pitchFamily="49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latin typeface="+mn-lt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latin typeface="+mn-lt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latin typeface="+mn-lt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+mn-lt"/>
                </a:defRPr>
              </a:lvl9pPr>
            </a:lstStyle>
            <a:p>
              <a:pPr marL="0" marR="0" lvl="0" indent="0" algn="ct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114496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CONTENTS</a:t>
              </a:r>
              <a:endPara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14496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366" b="39248"/>
          <a:stretch>
            <a:fillRect/>
          </a:stretch>
        </p:blipFill>
        <p:spPr>
          <a:xfrm>
            <a:off x="0" y="-3546"/>
            <a:ext cx="9144000" cy="378000"/>
          </a:xfrm>
          <a:prstGeom prst="rect">
            <a:avLst/>
          </a:prstGeom>
        </p:spPr>
      </p:pic>
      <p:sp>
        <p:nvSpPr>
          <p:cNvPr id="16" name="文本框 53"/>
          <p:cNvSpPr txBox="1"/>
          <p:nvPr userDrawn="1"/>
        </p:nvSpPr>
        <p:spPr>
          <a:xfrm>
            <a:off x="-1" y="-3546"/>
            <a:ext cx="9144001" cy="378000"/>
          </a:xfrm>
          <a:prstGeom prst="rect">
            <a:avLst/>
          </a:prstGeom>
          <a:solidFill>
            <a:schemeClr val="accent1">
              <a:alpha val="84000"/>
            </a:schemeClr>
          </a:solidFill>
        </p:spPr>
        <p:txBody>
          <a:bodyPr wrap="square" rtlCol="0" anchor="ctr">
            <a:normAutofit fontScale="62500" lnSpcReduction="20000"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600" b="1" i="0" u="none" strike="noStrike" kern="1200" cap="none" spc="225" normalizeH="0" baseline="0" noProof="0">
              <a:ln>
                <a:noFill/>
              </a:ln>
              <a:solidFill>
                <a:srgbClr val="FBFBFB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0" name="椭圆 19"/>
          <p:cNvSpPr/>
          <p:nvPr userDrawn="1"/>
        </p:nvSpPr>
        <p:spPr bwMode="auto">
          <a:xfrm>
            <a:off x="8677855" y="68466"/>
            <a:ext cx="324000" cy="243000"/>
          </a:xfrm>
          <a:prstGeom prst="ellipse">
            <a:avLst/>
          </a:prstGeom>
          <a:gradFill flip="none" rotWithShape="1">
            <a:gsLst>
              <a:gs pos="100000">
                <a:schemeClr val="bg1">
                  <a:alpha val="91000"/>
                </a:schemeClr>
              </a:gs>
              <a:gs pos="0">
                <a:srgbClr val="2A599F">
                  <a:lumMod val="0"/>
                  <a:lumOff val="100000"/>
                  <a:alpha val="78000"/>
                </a:srgbClr>
              </a:gs>
            </a:gsLst>
            <a:lin ang="2700000" scaled="1"/>
            <a:tileRect/>
          </a:gradFill>
          <a:ln w="63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 anchorCtr="1"/>
          <a:lstStyle/>
          <a:p>
            <a:pPr marL="0" marR="0" lvl="0" indent="0" algn="ctr" defTabSz="9315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1CB8FB1-94B1-47A8-B457-D6610D56EE05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rgbClr val="11449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11449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27" name="图片 26" descr="108cd8e887f43140632552c389781ec09f508e7711fa8e-ib1H65"/>
          <p:cNvPicPr>
            <a:picLocks noGrp="1" noChangeAspect="1"/>
          </p:cNvPicPr>
          <p:nvPr userDrawn="1" isPhoto="1"/>
        </p:nvPicPr>
        <p:blipFill>
          <a:blip r:embed="rId3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325864"/>
            <a:ext cx="9068285" cy="75945"/>
          </a:xfrm>
          <a:prstGeom prst="rect">
            <a:avLst/>
          </a:prstGeom>
        </p:spPr>
      </p:pic>
      <p:sp>
        <p:nvSpPr>
          <p:cNvPr id="13" name="Text Box 5"/>
          <p:cNvSpPr txBox="1">
            <a:spLocks noChangeArrowheads="1"/>
          </p:cNvSpPr>
          <p:nvPr userDrawn="1"/>
        </p:nvSpPr>
        <p:spPr bwMode="auto">
          <a:xfrm>
            <a:off x="144002" y="27001"/>
            <a:ext cx="1665841" cy="346249"/>
          </a:xfrm>
          <a:prstGeom prst="rect">
            <a:avLst/>
          </a:prstGeom>
          <a:noFill/>
          <a:ln w="38100">
            <a:noFill/>
            <a:prstDash val="dashDot"/>
          </a:ln>
        </p:spPr>
        <p:txBody>
          <a:bodyPr wrap="none">
            <a:spAutoFit/>
          </a:bodyPr>
          <a:lstStyle>
            <a:defPPr>
              <a:defRPr lang="en-US"/>
            </a:defPPr>
            <a:lvl1pPr eaLnBrk="1" hangingPunct="1">
              <a:defRPr sz="2200" b="1">
                <a:gradFill flip="none" rotWithShape="1">
                  <a:gsLst>
                    <a:gs pos="0">
                      <a:schemeClr val="bg1"/>
                    </a:gs>
                    <a:gs pos="100000">
                      <a:schemeClr val="accent2">
                        <a:tint val="23500"/>
                        <a:satMod val="160000"/>
                      </a:schemeClr>
                    </a:gs>
                  </a:gsLst>
                  <a:lin ang="5400000" scaled="0"/>
                  <a:tileRect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ea"/>
              </a:defRPr>
            </a:lvl1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50" b="1" i="0" u="none" strike="noStrike" kern="1200" cap="none" spc="0" normalizeH="0" baseline="0" noProof="0">
                <a:ln>
                  <a:noFill/>
                </a:ln>
                <a:gradFill flip="none" rotWithShape="1">
                  <a:gsLst>
                    <a:gs pos="0">
                      <a:prstClr val="white"/>
                    </a:gs>
                    <a:gs pos="100000">
                      <a:srgbClr val="FF3300">
                        <a:tint val="23500"/>
                        <a:satMod val="160000"/>
                      </a:srgbClr>
                    </a:gs>
                  </a:gsLst>
                  <a:lin ang="5400000" scaled="0"/>
                  <a:tileRect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/>
                <a:ea typeface="微软雅黑" panose="020B0503020204020204" charset="-122"/>
                <a:sym typeface="+mn-lt"/>
              </a:rPr>
              <a:t>一、背景与意义</a:t>
            </a:r>
            <a:endParaRPr kumimoji="0" lang="zh-CN" altLang="en-US" sz="1650" b="1" i="0" u="none" strike="noStrike" kern="1200" cap="none" spc="0" normalizeH="0" baseline="0" noProof="0">
              <a:ln>
                <a:noFill/>
              </a:ln>
              <a:gradFill flip="none" rotWithShape="1">
                <a:gsLst>
                  <a:gs pos="0">
                    <a:prstClr val="white"/>
                  </a:gs>
                  <a:gs pos="100000">
                    <a:srgbClr val="FF3300">
                      <a:tint val="23500"/>
                      <a:satMod val="160000"/>
                    </a:srgbClr>
                  </a:gs>
                </a:gsLst>
                <a:lin ang="5400000" scaled="0"/>
                <a:tileRect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/>
              <a:ea typeface="微软雅黑" panose="020B0503020204020204" charset="-122"/>
              <a:sym typeface="+mn-lt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366" b="39248"/>
          <a:stretch>
            <a:fillRect/>
          </a:stretch>
        </p:blipFill>
        <p:spPr>
          <a:xfrm>
            <a:off x="0" y="-3546"/>
            <a:ext cx="9144000" cy="378000"/>
          </a:xfrm>
          <a:prstGeom prst="rect">
            <a:avLst/>
          </a:prstGeom>
        </p:spPr>
      </p:pic>
      <p:sp>
        <p:nvSpPr>
          <p:cNvPr id="16" name="文本框 53"/>
          <p:cNvSpPr txBox="1"/>
          <p:nvPr userDrawn="1"/>
        </p:nvSpPr>
        <p:spPr>
          <a:xfrm>
            <a:off x="-1" y="-3546"/>
            <a:ext cx="9144001" cy="378000"/>
          </a:xfrm>
          <a:prstGeom prst="rect">
            <a:avLst/>
          </a:prstGeom>
          <a:solidFill>
            <a:schemeClr val="accent1">
              <a:alpha val="84000"/>
            </a:schemeClr>
          </a:solidFill>
        </p:spPr>
        <p:txBody>
          <a:bodyPr wrap="square" rtlCol="0" anchor="ctr">
            <a:normAutofit fontScale="62500" lnSpcReduction="20000"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600" b="1" i="0" u="none" strike="noStrike" kern="1200" cap="none" spc="225" normalizeH="0" baseline="0" noProof="0">
              <a:ln>
                <a:noFill/>
              </a:ln>
              <a:solidFill>
                <a:srgbClr val="FBFBFB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27" name="图片 26" descr="108cd8e887f43140632552c389781ec09f508e7711fa8e-ib1H65"/>
          <p:cNvPicPr>
            <a:picLocks noGrp="1" noChangeAspect="1"/>
          </p:cNvPicPr>
          <p:nvPr userDrawn="1" isPhoto="1"/>
        </p:nvPicPr>
        <p:blipFill>
          <a:blip r:embed="rId3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325864"/>
            <a:ext cx="9068285" cy="75945"/>
          </a:xfrm>
          <a:prstGeom prst="rect">
            <a:avLst/>
          </a:prstGeom>
        </p:spPr>
      </p:pic>
      <p:sp>
        <p:nvSpPr>
          <p:cNvPr id="13" name="Text Box 5"/>
          <p:cNvSpPr txBox="1">
            <a:spLocks noChangeArrowheads="1"/>
          </p:cNvSpPr>
          <p:nvPr userDrawn="1"/>
        </p:nvSpPr>
        <p:spPr bwMode="auto">
          <a:xfrm>
            <a:off x="144002" y="27001"/>
            <a:ext cx="1665841" cy="346249"/>
          </a:xfrm>
          <a:prstGeom prst="rect">
            <a:avLst/>
          </a:prstGeom>
          <a:noFill/>
          <a:ln w="38100">
            <a:noFill/>
            <a:prstDash val="dashDot"/>
          </a:ln>
        </p:spPr>
        <p:txBody>
          <a:bodyPr wrap="none">
            <a:spAutoFit/>
          </a:bodyPr>
          <a:lstStyle>
            <a:defPPr>
              <a:defRPr lang="en-US"/>
            </a:defPPr>
            <a:lvl1pPr eaLnBrk="1" hangingPunct="1">
              <a:defRPr sz="2200" b="1">
                <a:gradFill flip="none" rotWithShape="1">
                  <a:gsLst>
                    <a:gs pos="0">
                      <a:schemeClr val="bg1"/>
                    </a:gs>
                    <a:gs pos="100000">
                      <a:schemeClr val="accent2">
                        <a:tint val="23500"/>
                        <a:satMod val="160000"/>
                      </a:schemeClr>
                    </a:gs>
                  </a:gsLst>
                  <a:lin ang="5400000" scaled="0"/>
                  <a:tileRect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ea"/>
              </a:defRPr>
            </a:lvl1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50" b="1" i="0" u="none" strike="noStrike" kern="1200" cap="none" spc="0" normalizeH="0" baseline="0" noProof="0">
                <a:ln>
                  <a:noFill/>
                </a:ln>
                <a:gradFill flip="none" rotWithShape="1">
                  <a:gsLst>
                    <a:gs pos="0">
                      <a:prstClr val="white"/>
                    </a:gs>
                    <a:gs pos="100000">
                      <a:srgbClr val="FF3300">
                        <a:tint val="23500"/>
                        <a:satMod val="160000"/>
                      </a:srgbClr>
                    </a:gs>
                  </a:gsLst>
                  <a:lin ang="5400000" scaled="0"/>
                  <a:tileRect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/>
                <a:ea typeface="微软雅黑" panose="020B0503020204020204" charset="-122"/>
                <a:sym typeface="+mn-lt"/>
              </a:rPr>
              <a:t>二、内容与方案</a:t>
            </a:r>
            <a:endParaRPr kumimoji="0" lang="zh-CN" altLang="en-US" sz="1650" b="1" i="0" u="none" strike="noStrike" kern="1200" cap="none" spc="0" normalizeH="0" baseline="0" noProof="0">
              <a:ln>
                <a:noFill/>
              </a:ln>
              <a:gradFill flip="none" rotWithShape="1">
                <a:gsLst>
                  <a:gs pos="0">
                    <a:prstClr val="white"/>
                  </a:gs>
                  <a:gs pos="100000">
                    <a:srgbClr val="FF3300">
                      <a:tint val="23500"/>
                      <a:satMod val="160000"/>
                    </a:srgbClr>
                  </a:gs>
                </a:gsLst>
                <a:lin ang="5400000" scaled="0"/>
                <a:tileRect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/>
              <a:ea typeface="微软雅黑" panose="020B0503020204020204" charset="-122"/>
              <a:sym typeface="+mn-lt"/>
            </a:endParaRPr>
          </a:p>
        </p:txBody>
      </p:sp>
      <p:sp>
        <p:nvSpPr>
          <p:cNvPr id="7" name="椭圆 6"/>
          <p:cNvSpPr/>
          <p:nvPr userDrawn="1"/>
        </p:nvSpPr>
        <p:spPr bwMode="auto">
          <a:xfrm>
            <a:off x="8677855" y="68466"/>
            <a:ext cx="324000" cy="243000"/>
          </a:xfrm>
          <a:prstGeom prst="ellipse">
            <a:avLst/>
          </a:prstGeom>
          <a:gradFill flip="none" rotWithShape="1">
            <a:gsLst>
              <a:gs pos="100000">
                <a:schemeClr val="bg1">
                  <a:alpha val="91000"/>
                </a:schemeClr>
              </a:gs>
              <a:gs pos="0">
                <a:srgbClr val="2A599F">
                  <a:lumMod val="0"/>
                  <a:lumOff val="100000"/>
                  <a:alpha val="78000"/>
                </a:srgbClr>
              </a:gs>
            </a:gsLst>
            <a:lin ang="2700000" scaled="1"/>
            <a:tileRect/>
          </a:gradFill>
          <a:ln w="63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 anchorCtr="1"/>
          <a:lstStyle/>
          <a:p>
            <a:pPr marL="0" marR="0" lvl="0" indent="0" algn="ctr" defTabSz="9315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1CB8FB1-94B1-47A8-B457-D6610D56EE05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rgbClr val="11449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11449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366" b="39248"/>
          <a:stretch>
            <a:fillRect/>
          </a:stretch>
        </p:blipFill>
        <p:spPr>
          <a:xfrm>
            <a:off x="0" y="-3546"/>
            <a:ext cx="9144000" cy="378000"/>
          </a:xfrm>
          <a:prstGeom prst="rect">
            <a:avLst/>
          </a:prstGeom>
        </p:spPr>
      </p:pic>
      <p:sp>
        <p:nvSpPr>
          <p:cNvPr id="16" name="文本框 53"/>
          <p:cNvSpPr txBox="1"/>
          <p:nvPr userDrawn="1"/>
        </p:nvSpPr>
        <p:spPr>
          <a:xfrm>
            <a:off x="-1" y="-3546"/>
            <a:ext cx="9144001" cy="378000"/>
          </a:xfrm>
          <a:prstGeom prst="rect">
            <a:avLst/>
          </a:prstGeom>
          <a:solidFill>
            <a:schemeClr val="accent1">
              <a:alpha val="84000"/>
            </a:schemeClr>
          </a:solidFill>
        </p:spPr>
        <p:txBody>
          <a:bodyPr wrap="square" rtlCol="0" anchor="ctr">
            <a:normAutofit fontScale="62500" lnSpcReduction="20000"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600" b="1" i="0" u="none" strike="noStrike" kern="1200" cap="none" spc="225" normalizeH="0" baseline="0" noProof="0">
              <a:ln>
                <a:noFill/>
              </a:ln>
              <a:solidFill>
                <a:srgbClr val="FBFBFB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27" name="图片 26" descr="108cd8e887f43140632552c389781ec09f508e7711fa8e-ib1H65"/>
          <p:cNvPicPr>
            <a:picLocks noGrp="1" noChangeAspect="1"/>
          </p:cNvPicPr>
          <p:nvPr userDrawn="1" isPhoto="1"/>
        </p:nvPicPr>
        <p:blipFill>
          <a:blip r:embed="rId3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325864"/>
            <a:ext cx="9068285" cy="75945"/>
          </a:xfrm>
          <a:prstGeom prst="rect">
            <a:avLst/>
          </a:prstGeom>
        </p:spPr>
      </p:pic>
      <p:sp>
        <p:nvSpPr>
          <p:cNvPr id="13" name="Text Box 5"/>
          <p:cNvSpPr txBox="1">
            <a:spLocks noChangeArrowheads="1"/>
          </p:cNvSpPr>
          <p:nvPr userDrawn="1"/>
        </p:nvSpPr>
        <p:spPr bwMode="auto">
          <a:xfrm>
            <a:off x="144002" y="27001"/>
            <a:ext cx="1665841" cy="346249"/>
          </a:xfrm>
          <a:prstGeom prst="rect">
            <a:avLst/>
          </a:prstGeom>
          <a:noFill/>
          <a:ln w="38100">
            <a:noFill/>
            <a:prstDash val="dashDot"/>
          </a:ln>
        </p:spPr>
        <p:txBody>
          <a:bodyPr wrap="none">
            <a:spAutoFit/>
          </a:bodyPr>
          <a:lstStyle>
            <a:defPPr>
              <a:defRPr lang="en-US"/>
            </a:defPPr>
            <a:lvl1pPr eaLnBrk="1" hangingPunct="1">
              <a:defRPr sz="2200" b="1">
                <a:gradFill flip="none" rotWithShape="1">
                  <a:gsLst>
                    <a:gs pos="0">
                      <a:schemeClr val="bg1"/>
                    </a:gs>
                    <a:gs pos="100000">
                      <a:schemeClr val="accent2">
                        <a:tint val="23500"/>
                        <a:satMod val="160000"/>
                      </a:schemeClr>
                    </a:gs>
                  </a:gsLst>
                  <a:lin ang="5400000" scaled="0"/>
                  <a:tileRect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ea"/>
              </a:defRPr>
            </a:lvl1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50" b="1" i="0" u="none" strike="noStrike" kern="1200" cap="none" spc="0" normalizeH="0" baseline="0" noProof="0">
                <a:ln>
                  <a:noFill/>
                </a:ln>
                <a:gradFill flip="none" rotWithShape="1">
                  <a:gsLst>
                    <a:gs pos="0">
                      <a:prstClr val="white"/>
                    </a:gs>
                    <a:gs pos="100000">
                      <a:srgbClr val="FF3300">
                        <a:tint val="23500"/>
                        <a:satMod val="160000"/>
                      </a:srgbClr>
                    </a:gs>
                  </a:gsLst>
                  <a:lin ang="5400000" scaled="0"/>
                  <a:tileRect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/>
                <a:ea typeface="微软雅黑" panose="020B0503020204020204" charset="-122"/>
                <a:sym typeface="+mn-lt"/>
              </a:rPr>
              <a:t>三、创新与成果</a:t>
            </a:r>
            <a:endParaRPr kumimoji="0" lang="zh-CN" altLang="en-US" sz="1650" b="1" i="0" u="none" strike="noStrike" kern="1200" cap="none" spc="0" normalizeH="0" baseline="0" noProof="0">
              <a:ln>
                <a:noFill/>
              </a:ln>
              <a:gradFill flip="none" rotWithShape="1">
                <a:gsLst>
                  <a:gs pos="0">
                    <a:prstClr val="white"/>
                  </a:gs>
                  <a:gs pos="100000">
                    <a:srgbClr val="FF3300">
                      <a:tint val="23500"/>
                      <a:satMod val="160000"/>
                    </a:srgbClr>
                  </a:gs>
                </a:gsLst>
                <a:lin ang="5400000" scaled="0"/>
                <a:tileRect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/>
              <a:ea typeface="微软雅黑" panose="020B0503020204020204" charset="-122"/>
              <a:sym typeface="+mn-lt"/>
            </a:endParaRPr>
          </a:p>
        </p:txBody>
      </p:sp>
      <p:sp>
        <p:nvSpPr>
          <p:cNvPr id="7" name="椭圆 6"/>
          <p:cNvSpPr/>
          <p:nvPr userDrawn="1"/>
        </p:nvSpPr>
        <p:spPr bwMode="auto">
          <a:xfrm>
            <a:off x="8677855" y="68466"/>
            <a:ext cx="324000" cy="243000"/>
          </a:xfrm>
          <a:prstGeom prst="ellipse">
            <a:avLst/>
          </a:prstGeom>
          <a:gradFill flip="none" rotWithShape="1">
            <a:gsLst>
              <a:gs pos="100000">
                <a:schemeClr val="bg1">
                  <a:alpha val="91000"/>
                </a:schemeClr>
              </a:gs>
              <a:gs pos="0">
                <a:srgbClr val="2A599F">
                  <a:lumMod val="0"/>
                  <a:lumOff val="100000"/>
                  <a:alpha val="78000"/>
                </a:srgbClr>
              </a:gs>
            </a:gsLst>
            <a:lin ang="2700000" scaled="1"/>
            <a:tileRect/>
          </a:gradFill>
          <a:ln w="63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 anchorCtr="1"/>
          <a:lstStyle/>
          <a:p>
            <a:pPr marL="0" marR="0" lvl="0" indent="0" algn="ctr" defTabSz="9315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1CB8FB1-94B1-47A8-B457-D6610D56EE05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rgbClr val="11449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11449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366" b="39248"/>
          <a:stretch>
            <a:fillRect/>
          </a:stretch>
        </p:blipFill>
        <p:spPr>
          <a:xfrm>
            <a:off x="0" y="-3546"/>
            <a:ext cx="9144000" cy="378000"/>
          </a:xfrm>
          <a:prstGeom prst="rect">
            <a:avLst/>
          </a:prstGeom>
        </p:spPr>
      </p:pic>
      <p:sp>
        <p:nvSpPr>
          <p:cNvPr id="16" name="文本框 53"/>
          <p:cNvSpPr txBox="1"/>
          <p:nvPr userDrawn="1"/>
        </p:nvSpPr>
        <p:spPr>
          <a:xfrm>
            <a:off x="-1" y="-3546"/>
            <a:ext cx="9144001" cy="378000"/>
          </a:xfrm>
          <a:prstGeom prst="rect">
            <a:avLst/>
          </a:prstGeom>
          <a:solidFill>
            <a:schemeClr val="accent1">
              <a:alpha val="84000"/>
            </a:schemeClr>
          </a:solidFill>
        </p:spPr>
        <p:txBody>
          <a:bodyPr wrap="square" rtlCol="0" anchor="ctr">
            <a:normAutofit fontScale="62500" lnSpcReduction="20000"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600" b="1" i="0" u="none" strike="noStrike" kern="1200" cap="none" spc="225" normalizeH="0" baseline="0" noProof="0">
              <a:ln>
                <a:noFill/>
              </a:ln>
              <a:solidFill>
                <a:srgbClr val="FBFBFB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27" name="图片 26" descr="108cd8e887f43140632552c389781ec09f508e7711fa8e-ib1H65"/>
          <p:cNvPicPr>
            <a:picLocks noGrp="1" noChangeAspect="1"/>
          </p:cNvPicPr>
          <p:nvPr userDrawn="1" isPhoto="1"/>
        </p:nvPicPr>
        <p:blipFill>
          <a:blip r:embed="rId3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325864"/>
            <a:ext cx="9068285" cy="75945"/>
          </a:xfrm>
          <a:prstGeom prst="rect">
            <a:avLst/>
          </a:prstGeom>
        </p:spPr>
      </p:pic>
      <p:sp>
        <p:nvSpPr>
          <p:cNvPr id="13" name="Text Box 5"/>
          <p:cNvSpPr txBox="1">
            <a:spLocks noChangeArrowheads="1"/>
          </p:cNvSpPr>
          <p:nvPr userDrawn="1"/>
        </p:nvSpPr>
        <p:spPr bwMode="auto">
          <a:xfrm>
            <a:off x="144002" y="27001"/>
            <a:ext cx="1665841" cy="346249"/>
          </a:xfrm>
          <a:prstGeom prst="rect">
            <a:avLst/>
          </a:prstGeom>
          <a:noFill/>
          <a:ln w="38100">
            <a:noFill/>
            <a:prstDash val="dashDot"/>
          </a:ln>
        </p:spPr>
        <p:txBody>
          <a:bodyPr wrap="none">
            <a:spAutoFit/>
          </a:bodyPr>
          <a:lstStyle>
            <a:defPPr>
              <a:defRPr lang="en-US"/>
            </a:defPPr>
            <a:lvl1pPr eaLnBrk="1" hangingPunct="1">
              <a:defRPr sz="2200" b="1">
                <a:gradFill flip="none" rotWithShape="1">
                  <a:gsLst>
                    <a:gs pos="0">
                      <a:schemeClr val="bg1"/>
                    </a:gs>
                    <a:gs pos="100000">
                      <a:schemeClr val="accent2">
                        <a:tint val="23500"/>
                        <a:satMod val="160000"/>
                      </a:schemeClr>
                    </a:gs>
                  </a:gsLst>
                  <a:lin ang="5400000" scaled="0"/>
                  <a:tileRect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ea"/>
              </a:defRPr>
            </a:lvl1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50" b="1" i="0" u="none" strike="noStrike" kern="1200" cap="none" spc="0" normalizeH="0" baseline="0" noProof="0">
                <a:ln>
                  <a:noFill/>
                </a:ln>
                <a:gradFill flip="none" rotWithShape="1">
                  <a:gsLst>
                    <a:gs pos="0">
                      <a:prstClr val="white"/>
                    </a:gs>
                    <a:gs pos="100000">
                      <a:srgbClr val="FF3300">
                        <a:tint val="23500"/>
                        <a:satMod val="160000"/>
                      </a:srgbClr>
                    </a:gs>
                  </a:gsLst>
                  <a:lin ang="5400000" scaled="0"/>
                  <a:tileRect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/>
                <a:ea typeface="微软雅黑" panose="020B0503020204020204" charset="-122"/>
                <a:sym typeface="+mn-lt"/>
              </a:rPr>
              <a:t>四、基础与条件</a:t>
            </a:r>
            <a:endParaRPr kumimoji="0" lang="zh-CN" altLang="en-US" sz="1650" b="1" i="0" u="none" strike="noStrike" kern="1200" cap="none" spc="0" normalizeH="0" baseline="0" noProof="0">
              <a:ln>
                <a:noFill/>
              </a:ln>
              <a:gradFill flip="none" rotWithShape="1">
                <a:gsLst>
                  <a:gs pos="0">
                    <a:prstClr val="white"/>
                  </a:gs>
                  <a:gs pos="100000">
                    <a:srgbClr val="FF3300">
                      <a:tint val="23500"/>
                      <a:satMod val="160000"/>
                    </a:srgbClr>
                  </a:gs>
                </a:gsLst>
                <a:lin ang="5400000" scaled="0"/>
                <a:tileRect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/>
              <a:ea typeface="微软雅黑" panose="020B0503020204020204" charset="-122"/>
              <a:sym typeface="+mn-lt"/>
            </a:endParaRPr>
          </a:p>
        </p:txBody>
      </p:sp>
      <p:sp>
        <p:nvSpPr>
          <p:cNvPr id="7" name="椭圆 6"/>
          <p:cNvSpPr/>
          <p:nvPr userDrawn="1"/>
        </p:nvSpPr>
        <p:spPr bwMode="auto">
          <a:xfrm>
            <a:off x="8677855" y="68466"/>
            <a:ext cx="324000" cy="243000"/>
          </a:xfrm>
          <a:prstGeom prst="ellipse">
            <a:avLst/>
          </a:prstGeom>
          <a:gradFill flip="none" rotWithShape="1">
            <a:gsLst>
              <a:gs pos="100000">
                <a:schemeClr val="bg1">
                  <a:alpha val="91000"/>
                </a:schemeClr>
              </a:gs>
              <a:gs pos="0">
                <a:srgbClr val="2A599F">
                  <a:lumMod val="0"/>
                  <a:lumOff val="100000"/>
                  <a:alpha val="78000"/>
                </a:srgbClr>
              </a:gs>
            </a:gsLst>
            <a:lin ang="2700000" scaled="1"/>
            <a:tileRect/>
          </a:gradFill>
          <a:ln w="63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 anchorCtr="1"/>
          <a:lstStyle/>
          <a:p>
            <a:pPr marL="0" marR="0" lvl="0" indent="0" algn="ctr" defTabSz="9315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1CB8FB1-94B1-47A8-B457-D6610D56EE05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rgbClr val="11449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11449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366" b="39248"/>
          <a:stretch>
            <a:fillRect/>
          </a:stretch>
        </p:blipFill>
        <p:spPr>
          <a:xfrm>
            <a:off x="0" y="-3546"/>
            <a:ext cx="9144000" cy="378000"/>
          </a:xfrm>
          <a:prstGeom prst="rect">
            <a:avLst/>
          </a:prstGeom>
        </p:spPr>
      </p:pic>
      <p:sp>
        <p:nvSpPr>
          <p:cNvPr id="16" name="文本框 53"/>
          <p:cNvSpPr txBox="1"/>
          <p:nvPr userDrawn="1"/>
        </p:nvSpPr>
        <p:spPr>
          <a:xfrm>
            <a:off x="-1" y="-3546"/>
            <a:ext cx="9144001" cy="378000"/>
          </a:xfrm>
          <a:prstGeom prst="rect">
            <a:avLst/>
          </a:prstGeom>
          <a:solidFill>
            <a:schemeClr val="accent1">
              <a:alpha val="84000"/>
            </a:schemeClr>
          </a:solidFill>
        </p:spPr>
        <p:txBody>
          <a:bodyPr wrap="square" rtlCol="0" anchor="ctr">
            <a:normAutofit fontScale="62500" lnSpcReduction="20000"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600" b="1" i="0" u="none" strike="noStrike" kern="1200" cap="none" spc="225" normalizeH="0" baseline="0" noProof="0">
              <a:ln>
                <a:noFill/>
              </a:ln>
              <a:solidFill>
                <a:srgbClr val="FBFBFB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27" name="图片 26" descr="108cd8e887f43140632552c389781ec09f508e7711fa8e-ib1H65"/>
          <p:cNvPicPr>
            <a:picLocks noGrp="1" noChangeAspect="1"/>
          </p:cNvPicPr>
          <p:nvPr userDrawn="1" isPhoto="1"/>
        </p:nvPicPr>
        <p:blipFill>
          <a:blip r:embed="rId3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325864"/>
            <a:ext cx="9068285" cy="75945"/>
          </a:xfrm>
          <a:prstGeom prst="rect">
            <a:avLst/>
          </a:prstGeom>
        </p:spPr>
      </p:pic>
      <p:sp>
        <p:nvSpPr>
          <p:cNvPr id="13" name="Text Box 5"/>
          <p:cNvSpPr txBox="1">
            <a:spLocks noChangeArrowheads="1"/>
          </p:cNvSpPr>
          <p:nvPr userDrawn="1"/>
        </p:nvSpPr>
        <p:spPr bwMode="auto">
          <a:xfrm>
            <a:off x="144002" y="27001"/>
            <a:ext cx="1665841" cy="346249"/>
          </a:xfrm>
          <a:prstGeom prst="rect">
            <a:avLst/>
          </a:prstGeom>
          <a:noFill/>
          <a:ln w="38100">
            <a:noFill/>
            <a:prstDash val="dashDot"/>
          </a:ln>
        </p:spPr>
        <p:txBody>
          <a:bodyPr wrap="none">
            <a:spAutoFit/>
          </a:bodyPr>
          <a:lstStyle>
            <a:defPPr>
              <a:defRPr lang="en-US"/>
            </a:defPPr>
            <a:lvl1pPr eaLnBrk="1" hangingPunct="1">
              <a:defRPr sz="2200" b="1">
                <a:gradFill flip="none" rotWithShape="1">
                  <a:gsLst>
                    <a:gs pos="0">
                      <a:schemeClr val="bg1"/>
                    </a:gs>
                    <a:gs pos="100000">
                      <a:schemeClr val="accent2">
                        <a:tint val="23500"/>
                        <a:satMod val="160000"/>
                      </a:schemeClr>
                    </a:gs>
                  </a:gsLst>
                  <a:lin ang="5400000" scaled="0"/>
                  <a:tileRect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ea"/>
              </a:defRPr>
            </a:lvl1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50" b="1" i="0" u="none" strike="noStrike" kern="1200" cap="none" spc="0" normalizeH="0" baseline="0" noProof="0">
                <a:ln>
                  <a:noFill/>
                </a:ln>
                <a:gradFill flip="none" rotWithShape="1">
                  <a:gsLst>
                    <a:gs pos="0">
                      <a:prstClr val="white"/>
                    </a:gs>
                    <a:gs pos="100000">
                      <a:srgbClr val="FF3300">
                        <a:tint val="23500"/>
                        <a:satMod val="160000"/>
                      </a:srgbClr>
                    </a:gs>
                  </a:gsLst>
                  <a:lin ang="5400000" scaled="0"/>
                  <a:tileRect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/>
                <a:ea typeface="微软雅黑" panose="020B0503020204020204" charset="-122"/>
                <a:sym typeface="+mn-lt"/>
              </a:rPr>
              <a:t>五、进度与预算</a:t>
            </a:r>
            <a:endParaRPr kumimoji="0" lang="zh-CN" altLang="en-US" sz="1650" b="1" i="0" u="none" strike="noStrike" kern="1200" cap="none" spc="0" normalizeH="0" baseline="0" noProof="0">
              <a:ln>
                <a:noFill/>
              </a:ln>
              <a:gradFill flip="none" rotWithShape="1">
                <a:gsLst>
                  <a:gs pos="0">
                    <a:prstClr val="white"/>
                  </a:gs>
                  <a:gs pos="100000">
                    <a:srgbClr val="FF3300">
                      <a:tint val="23500"/>
                      <a:satMod val="160000"/>
                    </a:srgbClr>
                  </a:gs>
                </a:gsLst>
                <a:lin ang="5400000" scaled="0"/>
                <a:tileRect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/>
              <a:ea typeface="微软雅黑" panose="020B0503020204020204" charset="-122"/>
              <a:sym typeface="+mn-lt"/>
            </a:endParaRPr>
          </a:p>
        </p:txBody>
      </p:sp>
      <p:sp>
        <p:nvSpPr>
          <p:cNvPr id="7" name="椭圆 6"/>
          <p:cNvSpPr/>
          <p:nvPr userDrawn="1"/>
        </p:nvSpPr>
        <p:spPr bwMode="auto">
          <a:xfrm>
            <a:off x="8677855" y="68466"/>
            <a:ext cx="324000" cy="243000"/>
          </a:xfrm>
          <a:prstGeom prst="ellipse">
            <a:avLst/>
          </a:prstGeom>
          <a:gradFill flip="none" rotWithShape="1">
            <a:gsLst>
              <a:gs pos="100000">
                <a:schemeClr val="bg1">
                  <a:alpha val="91000"/>
                </a:schemeClr>
              </a:gs>
              <a:gs pos="0">
                <a:srgbClr val="2A599F">
                  <a:lumMod val="0"/>
                  <a:lumOff val="100000"/>
                  <a:alpha val="78000"/>
                </a:srgbClr>
              </a:gs>
            </a:gsLst>
            <a:lin ang="2700000" scaled="1"/>
            <a:tileRect/>
          </a:gradFill>
          <a:ln w="63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 anchorCtr="1"/>
          <a:lstStyle/>
          <a:p>
            <a:pPr marL="0" marR="0" lvl="0" indent="0" algn="ctr" defTabSz="9315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1CB8FB1-94B1-47A8-B457-D6610D56EE05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rgbClr val="11449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11449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366" b="39248"/>
          <a:stretch>
            <a:fillRect/>
          </a:stretch>
        </p:blipFill>
        <p:spPr>
          <a:xfrm>
            <a:off x="0" y="-3546"/>
            <a:ext cx="9144000" cy="378000"/>
          </a:xfrm>
          <a:prstGeom prst="rect">
            <a:avLst/>
          </a:prstGeom>
        </p:spPr>
      </p:pic>
      <p:sp>
        <p:nvSpPr>
          <p:cNvPr id="16" name="文本框 53"/>
          <p:cNvSpPr txBox="1"/>
          <p:nvPr userDrawn="1"/>
        </p:nvSpPr>
        <p:spPr>
          <a:xfrm>
            <a:off x="-1" y="-3546"/>
            <a:ext cx="9144001" cy="378000"/>
          </a:xfrm>
          <a:prstGeom prst="rect">
            <a:avLst/>
          </a:prstGeom>
          <a:solidFill>
            <a:schemeClr val="accent1">
              <a:alpha val="84000"/>
            </a:schemeClr>
          </a:solidFill>
        </p:spPr>
        <p:txBody>
          <a:bodyPr wrap="square" rtlCol="0" anchor="ctr">
            <a:normAutofit fontScale="62500" lnSpcReduction="20000"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1435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600" b="1" i="0" u="none" strike="noStrike" kern="1200" cap="none" spc="225" normalizeH="0" baseline="0" noProof="0">
              <a:ln>
                <a:noFill/>
              </a:ln>
              <a:solidFill>
                <a:srgbClr val="FBFBFB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27" name="图片 26" descr="108cd8e887f43140632552c389781ec09f508e7711fa8e-ib1H65"/>
          <p:cNvPicPr>
            <a:picLocks noGrp="1" noChangeAspect="1"/>
          </p:cNvPicPr>
          <p:nvPr userDrawn="1" isPhoto="1"/>
        </p:nvPicPr>
        <p:blipFill>
          <a:blip r:embed="rId3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325864"/>
            <a:ext cx="9068285" cy="75945"/>
          </a:xfrm>
          <a:prstGeom prst="rect">
            <a:avLst/>
          </a:prstGeom>
        </p:spPr>
      </p:pic>
      <p:sp>
        <p:nvSpPr>
          <p:cNvPr id="13" name="Text Box 5"/>
          <p:cNvSpPr txBox="1">
            <a:spLocks noChangeArrowheads="1"/>
          </p:cNvSpPr>
          <p:nvPr userDrawn="1"/>
        </p:nvSpPr>
        <p:spPr bwMode="auto">
          <a:xfrm>
            <a:off x="144000" y="27001"/>
            <a:ext cx="1454244" cy="346249"/>
          </a:xfrm>
          <a:prstGeom prst="rect">
            <a:avLst/>
          </a:prstGeom>
          <a:noFill/>
          <a:ln w="38100">
            <a:noFill/>
            <a:prstDash val="dashDot"/>
          </a:ln>
        </p:spPr>
        <p:txBody>
          <a:bodyPr wrap="none">
            <a:spAutoFit/>
          </a:bodyPr>
          <a:lstStyle>
            <a:defPPr>
              <a:defRPr lang="en-US"/>
            </a:defPPr>
            <a:lvl1pPr eaLnBrk="1" hangingPunct="1">
              <a:defRPr sz="2200" b="1">
                <a:gradFill flip="none" rotWithShape="1">
                  <a:gsLst>
                    <a:gs pos="0">
                      <a:schemeClr val="bg1"/>
                    </a:gs>
                    <a:gs pos="100000">
                      <a:schemeClr val="accent2">
                        <a:tint val="23500"/>
                        <a:satMod val="160000"/>
                      </a:schemeClr>
                    </a:gs>
                  </a:gsLst>
                  <a:lin ang="5400000" scaled="0"/>
                  <a:tileRect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ea"/>
              </a:defRPr>
            </a:lvl1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5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prstClr val="white"/>
                    </a:gs>
                    <a:gs pos="100000">
                      <a:srgbClr val="FF3300">
                        <a:tint val="23500"/>
                        <a:satMod val="160000"/>
                      </a:srgbClr>
                    </a:gs>
                  </a:gsLst>
                  <a:lin ang="5400000" scaled="0"/>
                  <a:tileRect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/>
                <a:ea typeface="微软雅黑" panose="020B0503020204020204" charset="-122"/>
                <a:sym typeface="+mn-lt"/>
              </a:rPr>
              <a:t>五、项目总结</a:t>
            </a:r>
            <a:endParaRPr kumimoji="0" lang="zh-CN" altLang="en-US" sz="165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prstClr val="white"/>
                  </a:gs>
                  <a:gs pos="100000">
                    <a:srgbClr val="FF3300">
                      <a:tint val="23500"/>
                      <a:satMod val="160000"/>
                    </a:srgbClr>
                  </a:gs>
                </a:gsLst>
                <a:lin ang="5400000" scaled="0"/>
                <a:tileRect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/>
              <a:ea typeface="微软雅黑" panose="020B0503020204020204" charset="-122"/>
              <a:sym typeface="+mn-lt"/>
            </a:endParaRPr>
          </a:p>
        </p:txBody>
      </p:sp>
      <p:sp>
        <p:nvSpPr>
          <p:cNvPr id="7" name="椭圆 6"/>
          <p:cNvSpPr/>
          <p:nvPr userDrawn="1"/>
        </p:nvSpPr>
        <p:spPr bwMode="auto">
          <a:xfrm>
            <a:off x="8677855" y="68466"/>
            <a:ext cx="324000" cy="243000"/>
          </a:xfrm>
          <a:prstGeom prst="ellipse">
            <a:avLst/>
          </a:prstGeom>
          <a:gradFill flip="none" rotWithShape="1">
            <a:gsLst>
              <a:gs pos="100000">
                <a:schemeClr val="bg1">
                  <a:alpha val="91000"/>
                </a:schemeClr>
              </a:gs>
              <a:gs pos="0">
                <a:srgbClr val="2A599F">
                  <a:lumMod val="0"/>
                  <a:lumOff val="100000"/>
                  <a:alpha val="78000"/>
                </a:srgbClr>
              </a:gs>
            </a:gsLst>
            <a:lin ang="2700000" scaled="1"/>
            <a:tileRect/>
          </a:gradFill>
          <a:ln w="63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 anchorCtr="1"/>
          <a:lstStyle/>
          <a:p>
            <a:pPr marL="0" marR="0" lvl="0" indent="0" algn="ctr" defTabSz="9315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1CB8FB1-94B1-47A8-B457-D6610D56EE05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rgbClr val="11449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11449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buClrTx/>
              <a:defRPr/>
            </a:pPr>
            <a:fld id="{430F476B-2664-449A-AB10-048DED04FBD5}" type="datetimeFigureOut">
              <a:rPr lang="zh-CN" altLang="en-US" kern="1200" smtClean="0">
                <a:solidFill>
                  <a:prstClr val="black">
                    <a:tint val="75000"/>
                  </a:prstClr>
                </a:solidFill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lang="zh-CN" altLang="en-US" kern="1200">
              <a:solidFill>
                <a:prstClr val="black">
                  <a:tint val="75000"/>
                </a:prstClr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>
              <a:buClrTx/>
              <a:defRPr/>
            </a:pPr>
            <a:endParaRPr lang="zh-CN" altLang="en-US" kern="1200">
              <a:solidFill>
                <a:prstClr val="black">
                  <a:tint val="75000"/>
                </a:prstClr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buClrTx/>
              <a:defRPr/>
            </a:pPr>
            <a:fld id="{36F158E2-A096-4B65-BCC7-23F76A48A10E}" type="slidenum">
              <a:rPr lang="zh-CN" altLang="en-US" kern="1200" smtClean="0">
                <a:solidFill>
                  <a:prstClr val="black">
                    <a:tint val="75000"/>
                  </a:prstClr>
                </a:solidFill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lang="zh-CN" altLang="en-US" kern="1200">
              <a:solidFill>
                <a:prstClr val="black">
                  <a:tint val="75000"/>
                </a:prstClr>
              </a:solidFill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849773c3a5_0_0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9pPr>
          </a:lstStyle>
          <a:p/>
        </p:txBody>
      </p:sp>
      <p:sp>
        <p:nvSpPr>
          <p:cNvPr id="7" name="Google Shape;7;g849773c3a5_0_0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 panose="020B0606030504020204"/>
              <a:buChar char="●"/>
              <a:defRPr sz="1800" b="0" i="0" u="none" strike="noStrike" cap="none">
                <a:solidFill>
                  <a:schemeClr val="dk1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 panose="020B0606030504020204"/>
              <a:buChar char="○"/>
              <a:defRPr sz="1400" b="0" i="0" u="none" strike="noStrike" cap="none">
                <a:solidFill>
                  <a:schemeClr val="dk1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 panose="020B0606030504020204"/>
              <a:buChar char="■"/>
              <a:defRPr sz="1400" b="0" i="0" u="none" strike="noStrike" cap="none">
                <a:solidFill>
                  <a:schemeClr val="dk1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 panose="020B0606030504020204"/>
              <a:buChar char="●"/>
              <a:defRPr sz="1400" b="0" i="0" u="none" strike="noStrike" cap="none">
                <a:solidFill>
                  <a:schemeClr val="dk1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 panose="020B0606030504020204"/>
              <a:buChar char="○"/>
              <a:defRPr sz="1400" b="0" i="0" u="none" strike="noStrike" cap="none">
                <a:solidFill>
                  <a:schemeClr val="dk1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 panose="020B0606030504020204"/>
              <a:buChar char="■"/>
              <a:defRPr sz="1400" b="0" i="0" u="none" strike="noStrike" cap="none">
                <a:solidFill>
                  <a:schemeClr val="dk1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 panose="020B0606030504020204"/>
              <a:buChar char="●"/>
              <a:defRPr sz="1400" b="0" i="0" u="none" strike="noStrike" cap="none">
                <a:solidFill>
                  <a:schemeClr val="dk1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 panose="020B0606030504020204"/>
              <a:buChar char="○"/>
              <a:defRPr sz="1400" b="0" i="0" u="none" strike="noStrike" cap="none">
                <a:solidFill>
                  <a:schemeClr val="dk1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 panose="020B0606030504020204"/>
              <a:buChar char="■"/>
              <a:defRPr sz="1400" b="0" i="0" u="none" strike="noStrike" cap="none">
                <a:solidFill>
                  <a:schemeClr val="dk1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lvl9pPr>
          </a:lstStyle>
          <a:p/>
        </p:txBody>
      </p:sp>
      <p:sp>
        <p:nvSpPr>
          <p:cNvPr id="8" name="Google Shape;8;g849773c3a5_0_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9pPr>
          </a:lstStyle>
          <a:p>
            <a:fld id="{00000000-1234-1234-1234-123412341234}" type="slidenum">
              <a:rPr lang="es-ES" smtClean="0"/>
            </a:fld>
            <a:endParaRPr lang="es-E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>
              <a:buClrTx/>
              <a:defRPr/>
            </a:pPr>
            <a:fld id="{C183E886-86A7-4F8D-8780-A286D99A2418}" type="datetime1">
              <a:rPr lang="zh-CN" altLang="en-US" kern="1200" smtClean="0">
                <a:solidFill>
                  <a:prstClr val="black">
                    <a:tint val="75000"/>
                  </a:prstClr>
                </a:solidFill>
                <a:ea typeface="微软雅黑" panose="020B0503020204020204" charset="-122"/>
                <a:cs typeface="+mn-cs"/>
              </a:rPr>
            </a:fld>
            <a:endParaRPr lang="zh-CN" altLang="en-US" kern="1200">
              <a:solidFill>
                <a:prstClr val="black">
                  <a:tint val="75000"/>
                </a:prstClr>
              </a:solidFill>
              <a:ea typeface="微软雅黑" panose="020B050302020402020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>
              <a:buClrTx/>
              <a:defRPr/>
            </a:pPr>
            <a:endParaRPr lang="zh-CN" altLang="en-US" kern="1200">
              <a:solidFill>
                <a:prstClr val="black">
                  <a:tint val="75000"/>
                </a:prstClr>
              </a:solidFill>
              <a:ea typeface="微软雅黑" panose="020B050302020402020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146474" y="4767263"/>
            <a:ext cx="36887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>
              <a:buClrTx/>
              <a:defRPr/>
            </a:pPr>
            <a:fld id="{C3704629-1E74-47A3-90CD-33454C7737EB}" type="slidenum">
              <a:rPr lang="zh-CN" altLang="en-US" kern="1200" smtClean="0">
                <a:solidFill>
                  <a:prstClr val="black">
                    <a:tint val="75000"/>
                  </a:prstClr>
                </a:solidFill>
                <a:ea typeface="微软雅黑" panose="020B0503020204020204" charset="-122"/>
                <a:cs typeface="+mn-cs"/>
              </a:rPr>
            </a:fld>
            <a:endParaRPr lang="zh-CN" altLang="en-US" kern="1200">
              <a:solidFill>
                <a:prstClr val="black">
                  <a:tint val="75000"/>
                </a:prstClr>
              </a:solidFill>
              <a:ea typeface="微软雅黑" panose="020B050302020402020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圆角矩形 36"/>
          <p:cNvSpPr/>
          <p:nvPr/>
        </p:nvSpPr>
        <p:spPr>
          <a:xfrm>
            <a:off x="1609725" y="924560"/>
            <a:ext cx="1587500" cy="1466215"/>
          </a:xfrm>
          <a:prstGeom prst="roundRect">
            <a:avLst/>
          </a:prstGeom>
          <a:solidFill>
            <a:schemeClr val="bg1">
              <a:alpha val="0"/>
            </a:schemeClr>
          </a:solidFill>
          <a:ln w="12700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214110" y="2139315"/>
            <a:ext cx="1484630" cy="2530475"/>
          </a:xfrm>
          <a:prstGeom prst="roundRect">
            <a:avLst/>
          </a:prstGeom>
          <a:solidFill>
            <a:schemeClr val="bg1">
              <a:alpha val="0"/>
            </a:schemeClr>
          </a:solidFill>
          <a:ln w="12700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>
              <a:solidFill>
                <a:schemeClr val="tx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05835" y="308610"/>
            <a:ext cx="2400300" cy="4766310"/>
          </a:xfrm>
          <a:prstGeom prst="rect">
            <a:avLst/>
          </a:prstGeom>
        </p:spPr>
      </p:pic>
      <p:cxnSp>
        <p:nvCxnSpPr>
          <p:cNvPr id="11" name="直接箭头连接符 10"/>
          <p:cNvCxnSpPr/>
          <p:nvPr/>
        </p:nvCxnSpPr>
        <p:spPr>
          <a:xfrm flipH="1">
            <a:off x="5361940" y="4434205"/>
            <a:ext cx="1125220" cy="236220"/>
          </a:xfrm>
          <a:prstGeom prst="straightConnector1">
            <a:avLst/>
          </a:prstGeom>
          <a:ln w="19050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矩形 243"/>
          <p:cNvSpPr/>
          <p:nvPr/>
        </p:nvSpPr>
        <p:spPr>
          <a:xfrm>
            <a:off x="6430010" y="4348480"/>
            <a:ext cx="1268730" cy="15684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9pPr>
          </a:lstStyle>
          <a:p>
            <a:pPr algn="ctr"/>
            <a:r>
              <a:rPr lang="zh-CN" altLang="en-US" sz="1000" b="1">
                <a:solidFill>
                  <a:srgbClr val="C00000"/>
                </a:solidFill>
              </a:rPr>
              <a:t>左脚踝（</a:t>
            </a:r>
            <a:r>
              <a:rPr lang="en-US" altLang="zh-CN" sz="1000" b="1">
                <a:solidFill>
                  <a:srgbClr val="C00000"/>
                </a:solidFill>
              </a:rPr>
              <a:t>2 DOF</a:t>
            </a:r>
            <a:r>
              <a:rPr lang="zh-CN" altLang="en-US" sz="1000" b="1">
                <a:solidFill>
                  <a:srgbClr val="C00000"/>
                </a:solidFill>
              </a:rPr>
              <a:t>）：</a:t>
            </a:r>
            <a:endParaRPr lang="zh-CN" altLang="en-US" sz="1000" b="1">
              <a:solidFill>
                <a:srgbClr val="C00000"/>
              </a:solidFill>
            </a:endParaRPr>
          </a:p>
          <a:p>
            <a:pPr algn="ctr"/>
            <a:r>
              <a:rPr lang="zh-CN" altLang="en-US" sz="1000" b="1">
                <a:solidFill>
                  <a:srgbClr val="C00000"/>
                </a:solidFill>
              </a:rPr>
              <a:t>俯仰、横滚</a:t>
            </a:r>
            <a:endParaRPr lang="zh-CN" altLang="en-US" sz="1000" b="1">
              <a:solidFill>
                <a:srgbClr val="C00000"/>
              </a:solidFill>
            </a:endParaRPr>
          </a:p>
        </p:txBody>
      </p:sp>
      <p:cxnSp>
        <p:nvCxnSpPr>
          <p:cNvPr id="14" name="直接箭头连接符 13"/>
          <p:cNvCxnSpPr/>
          <p:nvPr/>
        </p:nvCxnSpPr>
        <p:spPr>
          <a:xfrm flipH="1">
            <a:off x="5361940" y="3460115"/>
            <a:ext cx="1125220" cy="236220"/>
          </a:xfrm>
          <a:prstGeom prst="straightConnector1">
            <a:avLst/>
          </a:prstGeom>
          <a:ln w="19050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6456680" y="3369945"/>
            <a:ext cx="988060" cy="15684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9pPr>
          </a:lstStyle>
          <a:p>
            <a:pPr algn="ctr"/>
            <a:r>
              <a:rPr lang="zh-CN" altLang="en-US" sz="1000" b="1">
                <a:solidFill>
                  <a:srgbClr val="C00000"/>
                </a:solidFill>
              </a:rPr>
              <a:t>左膝（</a:t>
            </a:r>
            <a:r>
              <a:rPr lang="en-US" altLang="zh-CN" sz="1000" b="1">
                <a:solidFill>
                  <a:srgbClr val="C00000"/>
                </a:solidFill>
              </a:rPr>
              <a:t>1 DOF</a:t>
            </a:r>
            <a:r>
              <a:rPr lang="zh-CN" altLang="en-US" sz="1000" b="1">
                <a:solidFill>
                  <a:srgbClr val="C00000"/>
                </a:solidFill>
              </a:rPr>
              <a:t>）</a:t>
            </a:r>
            <a:endParaRPr lang="zh-CN" altLang="en-US" sz="1000" b="1">
              <a:solidFill>
                <a:srgbClr val="C00000"/>
              </a:solidFill>
            </a:endParaRPr>
          </a:p>
        </p:txBody>
      </p:sp>
      <p:cxnSp>
        <p:nvCxnSpPr>
          <p:cNvPr id="18" name="直接箭头连接符 17"/>
          <p:cNvCxnSpPr/>
          <p:nvPr/>
        </p:nvCxnSpPr>
        <p:spPr>
          <a:xfrm flipH="1">
            <a:off x="5222875" y="2324100"/>
            <a:ext cx="1125220" cy="236220"/>
          </a:xfrm>
          <a:prstGeom prst="straightConnector1">
            <a:avLst/>
          </a:prstGeom>
          <a:ln w="19050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6317615" y="2233930"/>
            <a:ext cx="988060" cy="15684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9pPr>
          </a:lstStyle>
          <a:p>
            <a:pPr algn="ctr"/>
            <a:r>
              <a:rPr lang="zh-CN" altLang="en-US" sz="1000">
                <a:solidFill>
                  <a:srgbClr val="C00000"/>
                </a:solidFill>
              </a:rPr>
              <a:t>髋（</a:t>
            </a:r>
            <a:r>
              <a:rPr lang="en-US" altLang="zh-CN" sz="1000">
                <a:solidFill>
                  <a:srgbClr val="C00000"/>
                </a:solidFill>
              </a:rPr>
              <a:t>3 DOF</a:t>
            </a:r>
            <a:r>
              <a:rPr lang="zh-CN" altLang="en-US" sz="1000">
                <a:solidFill>
                  <a:srgbClr val="C00000"/>
                </a:solidFill>
              </a:rPr>
              <a:t>）</a:t>
            </a:r>
            <a:endParaRPr lang="zh-CN" altLang="en-US" sz="1000">
              <a:solidFill>
                <a:srgbClr val="C00000"/>
              </a:solidFill>
            </a:endParaRPr>
          </a:p>
        </p:txBody>
      </p:sp>
      <p:cxnSp>
        <p:nvCxnSpPr>
          <p:cNvPr id="22" name="直接箭头连接符 21"/>
          <p:cNvCxnSpPr/>
          <p:nvPr/>
        </p:nvCxnSpPr>
        <p:spPr>
          <a:xfrm flipH="1">
            <a:off x="5045075" y="1611630"/>
            <a:ext cx="1125220" cy="236220"/>
          </a:xfrm>
          <a:prstGeom prst="straightConnector1">
            <a:avLst/>
          </a:prstGeom>
          <a:ln w="19050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6062345" y="1442720"/>
            <a:ext cx="1383030" cy="29908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9pPr>
          </a:lstStyle>
          <a:p>
            <a:pPr algn="ctr"/>
            <a:r>
              <a:rPr lang="zh-CN" altLang="en-US" sz="1000">
                <a:solidFill>
                  <a:schemeClr val="tx1"/>
                </a:solidFill>
              </a:rPr>
              <a:t>腰（偏航</a:t>
            </a:r>
            <a:r>
              <a:rPr lang="en-US" altLang="zh-CN" sz="1000">
                <a:solidFill>
                  <a:schemeClr val="tx1"/>
                </a:solidFill>
              </a:rPr>
              <a:t>+</a:t>
            </a:r>
            <a:r>
              <a:rPr lang="zh-CN" altLang="en-US" sz="1000">
                <a:solidFill>
                  <a:schemeClr val="tx1"/>
                </a:solidFill>
              </a:rPr>
              <a:t>横滚）、</a:t>
            </a:r>
            <a:endParaRPr lang="zh-CN" altLang="en-US" sz="1000">
              <a:solidFill>
                <a:schemeClr val="tx1"/>
              </a:solidFill>
            </a:endParaRPr>
          </a:p>
          <a:p>
            <a:pPr algn="ctr"/>
            <a:r>
              <a:rPr lang="zh-CN" altLang="en-US" sz="1000">
                <a:solidFill>
                  <a:schemeClr val="tx1"/>
                </a:solidFill>
              </a:rPr>
              <a:t>躯干（</a:t>
            </a:r>
            <a:r>
              <a:rPr lang="en-US" altLang="zh-CN" sz="1000">
                <a:solidFill>
                  <a:schemeClr val="tx1"/>
                </a:solidFill>
              </a:rPr>
              <a:t>3 DOF</a:t>
            </a:r>
            <a:r>
              <a:rPr lang="zh-CN" altLang="en-US" sz="1000">
                <a:solidFill>
                  <a:schemeClr val="tx1"/>
                </a:solidFill>
              </a:rPr>
              <a:t>）</a:t>
            </a:r>
            <a:endParaRPr lang="zh-CN" altLang="en-US" sz="1000">
              <a:solidFill>
                <a:schemeClr val="tx1"/>
              </a:solidFill>
            </a:endParaRPr>
          </a:p>
        </p:txBody>
      </p:sp>
      <p:cxnSp>
        <p:nvCxnSpPr>
          <p:cNvPr id="25" name="直接箭头连接符 24"/>
          <p:cNvCxnSpPr/>
          <p:nvPr/>
        </p:nvCxnSpPr>
        <p:spPr>
          <a:xfrm flipV="1">
            <a:off x="3023235" y="1303020"/>
            <a:ext cx="1221740" cy="29210"/>
          </a:xfrm>
          <a:prstGeom prst="straightConnector1">
            <a:avLst/>
          </a:prstGeom>
          <a:ln w="19050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1774825" y="1238885"/>
            <a:ext cx="1350645" cy="15684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9pPr>
          </a:lstStyle>
          <a:p>
            <a:pPr algn="ctr"/>
            <a:r>
              <a:rPr lang="zh-CN" altLang="en-US" sz="1000" b="1">
                <a:solidFill>
                  <a:srgbClr val="0070C0"/>
                </a:solidFill>
              </a:rPr>
              <a:t>右肩（</a:t>
            </a:r>
            <a:r>
              <a:rPr lang="en-US" altLang="zh-CN" sz="1000" b="1">
                <a:solidFill>
                  <a:srgbClr val="0070C0"/>
                </a:solidFill>
              </a:rPr>
              <a:t>3 DOF</a:t>
            </a:r>
            <a:r>
              <a:rPr lang="zh-CN" altLang="en-US" sz="1000" b="1">
                <a:solidFill>
                  <a:srgbClr val="0070C0"/>
                </a:solidFill>
              </a:rPr>
              <a:t>）：</a:t>
            </a:r>
            <a:endParaRPr lang="zh-CN" altLang="en-US" sz="1000" b="1">
              <a:solidFill>
                <a:srgbClr val="0070C0"/>
              </a:solidFill>
            </a:endParaRPr>
          </a:p>
          <a:p>
            <a:pPr algn="ctr"/>
            <a:r>
              <a:rPr lang="zh-CN" altLang="en-US" sz="1000" b="1">
                <a:solidFill>
                  <a:srgbClr val="0070C0"/>
                </a:solidFill>
              </a:rPr>
              <a:t>俯仰、偏航、横滚</a:t>
            </a:r>
            <a:endParaRPr lang="zh-CN" altLang="en-US" sz="1000" b="1">
              <a:solidFill>
                <a:srgbClr val="0070C0"/>
              </a:solidFill>
            </a:endParaRPr>
          </a:p>
        </p:txBody>
      </p:sp>
      <p:cxnSp>
        <p:nvCxnSpPr>
          <p:cNvPr id="28" name="直接箭头连接符 27"/>
          <p:cNvCxnSpPr/>
          <p:nvPr/>
        </p:nvCxnSpPr>
        <p:spPr>
          <a:xfrm>
            <a:off x="3067050" y="1750060"/>
            <a:ext cx="1234440" cy="62865"/>
          </a:xfrm>
          <a:prstGeom prst="straightConnector1">
            <a:avLst/>
          </a:prstGeom>
          <a:ln w="19050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/>
          <p:cNvSpPr/>
          <p:nvPr/>
        </p:nvSpPr>
        <p:spPr>
          <a:xfrm>
            <a:off x="2086610" y="1630680"/>
            <a:ext cx="1007745" cy="15684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9pPr>
          </a:lstStyle>
          <a:p>
            <a:pPr algn="ctr"/>
            <a:r>
              <a:rPr lang="zh-CN" altLang="en-US" sz="1000" b="1">
                <a:solidFill>
                  <a:srgbClr val="0070C0"/>
                </a:solidFill>
              </a:rPr>
              <a:t>右肘（</a:t>
            </a:r>
            <a:r>
              <a:rPr lang="en-US" altLang="zh-CN" sz="1000" b="1">
                <a:solidFill>
                  <a:srgbClr val="0070C0"/>
                </a:solidFill>
              </a:rPr>
              <a:t>1 DOF</a:t>
            </a:r>
            <a:r>
              <a:rPr lang="zh-CN" altLang="en-US" sz="1000" b="1">
                <a:solidFill>
                  <a:srgbClr val="0070C0"/>
                </a:solidFill>
              </a:rPr>
              <a:t>）</a:t>
            </a:r>
            <a:endParaRPr lang="zh-CN" altLang="en-US" sz="1000" b="1">
              <a:solidFill>
                <a:srgbClr val="0070C0"/>
              </a:solidFill>
            </a:endParaRPr>
          </a:p>
        </p:txBody>
      </p:sp>
      <p:cxnSp>
        <p:nvCxnSpPr>
          <p:cNvPr id="30" name="直接箭头连接符 29"/>
          <p:cNvCxnSpPr/>
          <p:nvPr/>
        </p:nvCxnSpPr>
        <p:spPr>
          <a:xfrm flipV="1">
            <a:off x="2929890" y="2004695"/>
            <a:ext cx="1212850" cy="109220"/>
          </a:xfrm>
          <a:prstGeom prst="straightConnector1">
            <a:avLst/>
          </a:prstGeom>
          <a:ln w="19050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/>
          <p:cNvSpPr/>
          <p:nvPr/>
        </p:nvSpPr>
        <p:spPr>
          <a:xfrm>
            <a:off x="1520190" y="2025015"/>
            <a:ext cx="1577340" cy="15684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9pPr>
          </a:lstStyle>
          <a:p>
            <a:pPr algn="ctr"/>
            <a:r>
              <a:rPr lang="zh-CN" altLang="en-US" sz="1000" b="1">
                <a:solidFill>
                  <a:srgbClr val="0070C0"/>
                </a:solidFill>
              </a:rPr>
              <a:t>右手腕（</a:t>
            </a:r>
            <a:r>
              <a:rPr lang="en-US" altLang="zh-CN" sz="1000" b="1">
                <a:solidFill>
                  <a:srgbClr val="0070C0"/>
                </a:solidFill>
              </a:rPr>
              <a:t>3 DOF</a:t>
            </a:r>
            <a:r>
              <a:rPr lang="zh-CN" altLang="en-US" sz="1000" b="1">
                <a:solidFill>
                  <a:srgbClr val="0070C0"/>
                </a:solidFill>
              </a:rPr>
              <a:t>）：</a:t>
            </a:r>
            <a:endParaRPr lang="zh-CN" altLang="en-US" sz="1000" b="1">
              <a:solidFill>
                <a:srgbClr val="0070C0"/>
              </a:solidFill>
            </a:endParaRPr>
          </a:p>
          <a:p>
            <a:pPr algn="ctr"/>
            <a:r>
              <a:rPr lang="zh-CN" altLang="en-US" sz="1000" b="1">
                <a:solidFill>
                  <a:srgbClr val="0070C0"/>
                </a:solidFill>
              </a:rPr>
              <a:t>俯仰、偏航、横滚</a:t>
            </a:r>
            <a:endParaRPr lang="zh-CN" altLang="en-US" sz="1000" b="1">
              <a:solidFill>
                <a:srgbClr val="0070C0"/>
              </a:solidFill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6407785" y="1964690"/>
            <a:ext cx="1117600" cy="15684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9pPr>
          </a:lstStyle>
          <a:p>
            <a:pPr algn="ctr"/>
            <a:r>
              <a:rPr lang="zh-CN" altLang="en-US" sz="1000" b="1">
                <a:solidFill>
                  <a:srgbClr val="C00000"/>
                </a:solidFill>
              </a:rPr>
              <a:t>脚（</a:t>
            </a:r>
            <a:r>
              <a:rPr lang="en-US" altLang="zh-CN" sz="1000" b="1">
                <a:solidFill>
                  <a:srgbClr val="C00000"/>
                </a:solidFill>
              </a:rPr>
              <a:t>6 DOF</a:t>
            </a:r>
            <a:r>
              <a:rPr lang="zh-CN" altLang="en-US" sz="1000" b="1">
                <a:solidFill>
                  <a:srgbClr val="C00000"/>
                </a:solidFill>
                <a:sym typeface="+mn-ea"/>
              </a:rPr>
              <a:t>×</a:t>
            </a:r>
            <a:r>
              <a:rPr lang="en-US" altLang="zh-CN" sz="1000" b="1">
                <a:solidFill>
                  <a:srgbClr val="C00000"/>
                </a:solidFill>
                <a:sym typeface="+mn-ea"/>
              </a:rPr>
              <a:t>2</a:t>
            </a:r>
            <a:r>
              <a:rPr lang="zh-CN" altLang="en-US" sz="1000" b="1">
                <a:solidFill>
                  <a:srgbClr val="C00000"/>
                </a:solidFill>
              </a:rPr>
              <a:t>）</a:t>
            </a:r>
            <a:endParaRPr lang="zh-CN" altLang="en-US" sz="1000" b="1">
              <a:solidFill>
                <a:srgbClr val="C00000"/>
              </a:solidFill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1835150" y="720090"/>
            <a:ext cx="1231900" cy="15684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9pPr>
          </a:lstStyle>
          <a:p>
            <a:pPr algn="ctr"/>
            <a:r>
              <a:rPr lang="zh-CN" altLang="en-US" sz="1000" b="1">
                <a:solidFill>
                  <a:srgbClr val="0070C0"/>
                </a:solidFill>
              </a:rPr>
              <a:t>手（</a:t>
            </a:r>
            <a:r>
              <a:rPr lang="en-US" altLang="zh-CN" sz="1000" b="1">
                <a:solidFill>
                  <a:srgbClr val="0070C0"/>
                </a:solidFill>
              </a:rPr>
              <a:t>7 DOF </a:t>
            </a:r>
            <a:r>
              <a:rPr lang="zh-CN" altLang="en-US" sz="1000" b="1">
                <a:solidFill>
                  <a:srgbClr val="0070C0"/>
                </a:solidFill>
              </a:rPr>
              <a:t>×</a:t>
            </a:r>
            <a:r>
              <a:rPr lang="en-US" altLang="zh-CN" sz="1000" b="1">
                <a:solidFill>
                  <a:srgbClr val="0070C0"/>
                </a:solidFill>
              </a:rPr>
              <a:t> 2 </a:t>
            </a:r>
            <a:r>
              <a:rPr lang="zh-CN" altLang="en-US" sz="1000" b="1">
                <a:solidFill>
                  <a:srgbClr val="0070C0"/>
                </a:solidFill>
              </a:rPr>
              <a:t>）</a:t>
            </a:r>
            <a:endParaRPr lang="zh-CN" altLang="en-US" sz="1000" b="1">
              <a:solidFill>
                <a:srgbClr val="0070C0"/>
              </a:solidFill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3522980" y="93980"/>
            <a:ext cx="2365375" cy="15684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9pPr>
          </a:lstStyle>
          <a:p>
            <a:pPr algn="ctr"/>
            <a:r>
              <a:rPr lang="zh-CN" altLang="en-US" b="1">
                <a:solidFill>
                  <a:schemeClr val="tx1"/>
                </a:solidFill>
              </a:rPr>
              <a:t>人形机器人</a:t>
            </a:r>
            <a:r>
              <a:rPr lang="en-US" altLang="zh-CN" b="1">
                <a:solidFill>
                  <a:schemeClr val="tx1"/>
                </a:solidFill>
              </a:rPr>
              <a:t>g1</a:t>
            </a:r>
            <a:r>
              <a:rPr lang="zh-CN" altLang="en-US" b="1">
                <a:solidFill>
                  <a:schemeClr val="tx1"/>
                </a:solidFill>
              </a:rPr>
              <a:t>（</a:t>
            </a:r>
            <a:r>
              <a:rPr lang="en-US" altLang="zh-CN" b="1">
                <a:solidFill>
                  <a:schemeClr val="tx1"/>
                </a:solidFill>
              </a:rPr>
              <a:t>29 DOF</a:t>
            </a:r>
            <a:r>
              <a:rPr lang="zh-CN" altLang="en-US" b="1">
                <a:solidFill>
                  <a:schemeClr val="tx1"/>
                </a:solidFill>
              </a:rPr>
              <a:t>）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1730375" y="4606290"/>
            <a:ext cx="1383030" cy="29908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 panose="020B0604020202020204"/>
              </a:defRPr>
            </a:lvl9pPr>
          </a:lstStyle>
          <a:p>
            <a:pPr algn="ctr"/>
            <a:r>
              <a:rPr lang="zh-CN" sz="1000">
                <a:solidFill>
                  <a:schemeClr val="tx1"/>
                </a:solidFill>
              </a:rPr>
              <a:t>注：加粗显示的手和脚都是双侧</a:t>
            </a:r>
            <a:endParaRPr lang="zh-CN" sz="10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9050">
          <a:solidFill>
            <a:schemeClr val="accent3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自定义 11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14496"/>
      </a:accent1>
      <a:accent2>
        <a:srgbClr val="FF3300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2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</Words>
  <Application>WPS 演示</Application>
  <PresentationFormat>全屏显示(16:9)</PresentationFormat>
  <Paragraphs>26</Paragraphs>
  <Slides>1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22" baseType="lpstr">
      <vt:lpstr>Arial</vt:lpstr>
      <vt:lpstr>宋体</vt:lpstr>
      <vt:lpstr>Wingdings</vt:lpstr>
      <vt:lpstr>Arial</vt:lpstr>
      <vt:lpstr>Economica</vt:lpstr>
      <vt:lpstr>Open Sans</vt:lpstr>
      <vt:lpstr>Muli Regular</vt:lpstr>
      <vt:lpstr>微软雅黑</vt:lpstr>
      <vt:lpstr>Calibri</vt:lpstr>
      <vt:lpstr>Times New Roman</vt:lpstr>
      <vt:lpstr>等线</vt:lpstr>
      <vt:lpstr>Calibri</vt:lpstr>
      <vt:lpstr>仿宋_GB2312</vt:lpstr>
      <vt:lpstr>仿宋</vt:lpstr>
      <vt:lpstr>Muli</vt:lpstr>
      <vt:lpstr>Wingdings</vt:lpstr>
      <vt:lpstr>Times New Roman</vt:lpstr>
      <vt:lpstr>Arial Unicode MS</vt:lpstr>
      <vt:lpstr>Wingdings 2</vt:lpstr>
      <vt:lpstr>Luxe</vt:lpstr>
      <vt:lpstr>自定义设计方案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Administrator</dc:creator>
  <cp:lastModifiedBy>王海东</cp:lastModifiedBy>
  <cp:revision>1181</cp:revision>
  <dcterms:created xsi:type="dcterms:W3CDTF">2020-04-29T14:54:00Z</dcterms:created>
  <dcterms:modified xsi:type="dcterms:W3CDTF">2026-06-18T09:26:53Z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52001D24D9B141B2A1B5955D7D21ACC2</vt:lpwstr>
  </property>
  <property fmtid="{D5CDD505-2E9C-101B-9397-08002B2CF9AE}" pid="3" name="KSOProductBuildVer">
    <vt:lpwstr>2052-12.1.0.23542</vt:lpwstr>
  </property>
</Properties>
</file>